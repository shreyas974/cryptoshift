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a7ee0557d40df" /><Relationship Type="http://schemas.openxmlformats.org/officeDocument/2006/relationships/extended-properties" Target="/docProps/app.xml" Id="R9d061e0855f748c8" /><Relationship Type="http://schemas.openxmlformats.org/officeDocument/2006/relationships/officeDocument" Target="/ppt/presentation.xml" Id="R06b0d0f6f06c4b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792185916947da"/>
  </p:sldMasterIdLst>
  <p:notesMasterIdLst>
    <p:notesMasterId xmlns:r="http://schemas.openxmlformats.org/officeDocument/2006/relationships" r:id="R8f87c308a896407c"/>
  </p:notesMasterIdLst>
  <p:sldIdLst>
    <p:sldId xmlns:r="http://schemas.openxmlformats.org/officeDocument/2006/relationships" id="256" r:id="R72a082f35cc64a81"/>
    <p:sldId xmlns:r="http://schemas.openxmlformats.org/officeDocument/2006/relationships" id="257" r:id="R571636717b9d4182"/>
    <p:sldId xmlns:r="http://schemas.openxmlformats.org/officeDocument/2006/relationships" id="258" r:id="R82ca9e2364034858"/>
    <p:sldId xmlns:r="http://schemas.openxmlformats.org/officeDocument/2006/relationships" id="259" r:id="R32a1242117f24aab"/>
    <p:sldId xmlns:r="http://schemas.openxmlformats.org/officeDocument/2006/relationships" id="260" r:id="R126993f0e163472d"/>
    <p:sldId xmlns:r="http://schemas.openxmlformats.org/officeDocument/2006/relationships" id="261" r:id="Ra125c374f3f54d5a"/>
    <p:sldId xmlns:r="http://schemas.openxmlformats.org/officeDocument/2006/relationships" id="262" r:id="R91b1b83bda6e4502"/>
    <p:sldId xmlns:r="http://schemas.openxmlformats.org/officeDocument/2006/relationships" id="263" r:id="R94b27a438740487a"/>
    <p:sldId xmlns:r="http://schemas.openxmlformats.org/officeDocument/2006/relationships" id="264" r:id="R67d183847b8240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1437ab8aa4e6e" /><Relationship Type="http://schemas.openxmlformats.org/officeDocument/2006/relationships/slideMaster" Target="/ppt/slideMasters/slideMaster1.xml" Id="Re7792185916947da" /><Relationship Type="http://schemas.openxmlformats.org/officeDocument/2006/relationships/notesMaster" Target="/ppt/notesMasters/notesMaster1.xml" Id="R8f87c308a896407c" /><Relationship Type="http://schemas.openxmlformats.org/officeDocument/2006/relationships/presProps" Target="/ppt/presProps.xml" Id="R7f65459c9b184611" /><Relationship Type="http://schemas.openxmlformats.org/officeDocument/2006/relationships/tableStyles" Target="/ppt/tableStyles.xml" Id="R701d4cac83ec4053" /><Relationship Type="http://schemas.openxmlformats.org/officeDocument/2006/relationships/slide" Target="/ppt/slides/slide1.xml" Id="R72a082f35cc64a81" /><Relationship Type="http://schemas.openxmlformats.org/officeDocument/2006/relationships/slide" Target="/ppt/slides/slide2.xml" Id="R571636717b9d4182" /><Relationship Type="http://schemas.openxmlformats.org/officeDocument/2006/relationships/slide" Target="/ppt/slides/slide3.xml" Id="R82ca9e2364034858" /><Relationship Type="http://schemas.openxmlformats.org/officeDocument/2006/relationships/slide" Target="/ppt/slides/slide4.xml" Id="R32a1242117f24aab" /><Relationship Type="http://schemas.openxmlformats.org/officeDocument/2006/relationships/slide" Target="/ppt/slides/slide5.xml" Id="R126993f0e163472d" /><Relationship Type="http://schemas.openxmlformats.org/officeDocument/2006/relationships/slide" Target="/ppt/slides/slide6.xml" Id="Ra125c374f3f54d5a" /><Relationship Type="http://schemas.openxmlformats.org/officeDocument/2006/relationships/slide" Target="/ppt/slides/slide7.xml" Id="R91b1b83bda6e4502" /><Relationship Type="http://schemas.openxmlformats.org/officeDocument/2006/relationships/slide" Target="/ppt/slides/slide8.xml" Id="R94b27a438740487a" /><Relationship Type="http://schemas.openxmlformats.org/officeDocument/2006/relationships/slide" Target="/ppt/slides/slide9.xml" Id="R67d183847b8240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99e34c571842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6699e187a42f3" /><Relationship Type="http://schemas.openxmlformats.org/officeDocument/2006/relationships/notesMaster" Target="/ppt/notesMasters/notesMaster1.xml" Id="Rd7a6a6637b1c49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3415202ea9444f" /><Relationship Type="http://schemas.openxmlformats.org/officeDocument/2006/relationships/notesMaster" Target="/ppt/notesMasters/notesMaster1.xml" Id="R0e579413552f43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e438b791094a25" /><Relationship Type="http://schemas.openxmlformats.org/officeDocument/2006/relationships/notesMaster" Target="/ppt/notesMasters/notesMaster1.xml" Id="R13c6c0cd86d1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8d23832ae6432d" /><Relationship Type="http://schemas.openxmlformats.org/officeDocument/2006/relationships/notesMaster" Target="/ppt/notesMasters/notesMaster1.xml" Id="R630369dba66246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bfbb4c49c46f1" /><Relationship Type="http://schemas.openxmlformats.org/officeDocument/2006/relationships/notesMaster" Target="/ppt/notesMasters/notesMaster1.xml" Id="Rb2b698afd498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029820b357440a" /><Relationship Type="http://schemas.openxmlformats.org/officeDocument/2006/relationships/notesMaster" Target="/ppt/notesMasters/notesMaster1.xml" Id="Rb03eb6327cdc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c77c3b84c44cc" /><Relationship Type="http://schemas.openxmlformats.org/officeDocument/2006/relationships/notesMaster" Target="/ppt/notesMasters/notesMaster1.xml" Id="R9a351e7815284a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f59b7501ee40d8" /><Relationship Type="http://schemas.openxmlformats.org/officeDocument/2006/relationships/notesMaster" Target="/ppt/notesMasters/notesMaster1.xml" Id="R5bbb13d9415643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0052fe96948cf" /><Relationship Type="http://schemas.openxmlformats.org/officeDocument/2006/relationships/notesMaster" Target="/ppt/notesMasters/notesMaster1.xml" Id="Rbc88c16ccb30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CryptoShift is a prototype proposal for the official PQC-01 challenge. It is not a deployed banking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QpiAI/Q-BITS, Quant-A-Maze 3.0 official Industry Problem Statements and Judgement Rubrics, Track II PQC-01 (page 4). The service chain on this slide is illustrative, not a measured bank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follows the PQC-01 deliverables in the official problem statement. Dependency links may be observed directly or inferred; the report will distinguish the two.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CryptoAPI-Bench paper: https://ieeexplore.ieee.org/document/8901573/ . NIST NCCoE PQC discovery guide (preliminary draft) describes source-code discovery use cases: https://www.nccoe.nist.gov/sites/default/files/2023-12/pqc-migration-nist-sp-1800-38b-preliminary-draft.pdf . Dataset note: a public Q-Trust dataset reports regex-derived weak labels and known split caveats; do not use its published score as ground truth: https://huggingface.co/datasets/KRISHNAPURI/q-trust-datasets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roles follow NIST standards: ML-KEM is a key-encapsulation mechanism (FIPS 203) and ML-DSA is a digital signature algorithm (FIPS 204). See NIST PQC standards portal: https://csrc.nist.gov/projects/post-quantum-cryptography . Candidate mappings depend on real usage context and compatibility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PQC-01 explicitly calls for before-and-after protocol traces, compatibility tests, and rollback plan. No production readiness or formal verification claim is made. OpenSSL documents ML-KEM encapsulation/decapsulation and ML-DSA sign/verify as distinct operation roles: https://docs.openssl.org/3.5/man1/openssl-pkeyutl/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problem statement lists QpiAI Opt installation as pip install qpiai-opt[quantum] and the QpiAI Quantum SDK as pip install qpiai-quantum. QCloud current docs describe authenticated cloud execution; API key should not be committed: https://github.com/qpiai/quantum-sdk and https://docs.qcloud.qpiai.tech/ . Verify exact SDK/package access in the first two hours; retain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role split for four members. The integration owner should confirm interfaces early and keep the scope narrow enough to finish in 36 hours.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Closing: Ask the mentor to challenge dataset selection, migration objective/constraints, verification adequacy, and whether QpiAI tool usage is substantive. The roadmap is a proposed 36-hour plan, not completed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000c87e4144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c5c6b9e6f4a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8199cc4ca4b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42d65a96948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11961fa534e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98beeb33149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4B62A2-4B64-437E-9673-FD7BB6445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1D6A2D-8C9B-4282-A09C-55E2317834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1BC60A-FE78-4DFE-BBFB-1CC129DE1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A4EADA-F3A2-4347-9E13-C6ECDA1E4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EE61BC-B977-4E14-987B-B415A58EB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59E669-ADCD-4A1F-B0CB-019A81C0B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239451-DE3B-4C75-AD00-D4BB42B2D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93FAC0-8942-4B44-99DC-31DD67B395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6C78D1-F21F-44FA-9CD7-DE330107A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4D37FB-9E43-4931-8387-42ED326CB6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38e9a4bc8849a3" /><Relationship Type="http://schemas.openxmlformats.org/officeDocument/2006/relationships/slideLayout" Target="/ppt/slideLayouts/slideLayout1.xml" Id="Rf097eb6567f041b3" /><Relationship Type="http://schemas.openxmlformats.org/officeDocument/2006/relationships/slideLayout" Target="/ppt/slideLayouts/slideLayout2.xml" Id="R0c96276131fa42bf" /><Relationship Type="http://schemas.openxmlformats.org/officeDocument/2006/relationships/slideLayout" Target="/ppt/slideLayouts/slideLayout3.xml" Id="R9a44c330fc304f09" /><Relationship Type="http://schemas.openxmlformats.org/officeDocument/2006/relationships/slideLayout" Target="/ppt/slideLayouts/slideLayout4.xml" Id="Rf95fbea0cc6d450b" /><Relationship Type="http://schemas.openxmlformats.org/officeDocument/2006/relationships/slideLayout" Target="/ppt/slideLayouts/slideLayout5.xml" Id="Rdc2d6b7da1c043ac" /><Relationship Type="http://schemas.openxmlformats.org/officeDocument/2006/relationships/slideLayout" Target="/ppt/slideLayouts/slideLayout6.xml" Id="Re2c8fab13afa42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7eb6567f041b3"/>
    <p:sldLayoutId xmlns:r="http://schemas.openxmlformats.org/officeDocument/2006/relationships" id="2147483650" r:id="R0c96276131fa42bf"/>
    <p:sldLayoutId xmlns:r="http://schemas.openxmlformats.org/officeDocument/2006/relationships" id="2147483651" r:id="R9a44c330fc304f09"/>
    <p:sldLayoutId xmlns:r="http://schemas.openxmlformats.org/officeDocument/2006/relationships" id="2147483652" r:id="Rf95fbea0cc6d450b"/>
    <p:sldLayoutId xmlns:r="http://schemas.openxmlformats.org/officeDocument/2006/relationships" id="2147483653" r:id="Rdc2d6b7da1c043ac"/>
    <p:sldLayoutId xmlns:r="http://schemas.openxmlformats.org/officeDocument/2006/relationships" id="2147483654" r:id="Re2c8fab13afa42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c516c254944a6" /><Relationship Type="http://schemas.openxmlformats.org/officeDocument/2006/relationships/notesSlide" Target="/ppt/notesSlides/notesSlide1.xml" Id="R30add14da9a24a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185a8a61e490d" /><Relationship Type="http://schemas.openxmlformats.org/officeDocument/2006/relationships/notesSlide" Target="/ppt/notesSlides/notesSlide2.xml" Id="R3c4c8a49c9e2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01b0d71184f1b" /><Relationship Type="http://schemas.openxmlformats.org/officeDocument/2006/relationships/notesSlide" Target="/ppt/notesSlides/notesSlide3.xml" Id="Rd290ba64b4ba47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cecb3fc3645d7" /><Relationship Type="http://schemas.openxmlformats.org/officeDocument/2006/relationships/notesSlide" Target="/ppt/notesSlides/notesSlide4.xml" Id="R033b8f3e167845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972ececa84880" /><Relationship Type="http://schemas.openxmlformats.org/officeDocument/2006/relationships/notesSlide" Target="/ppt/notesSlides/notesSlide5.xml" Id="R37d6aff9584c4d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4233a90b4445a" /><Relationship Type="http://schemas.openxmlformats.org/officeDocument/2006/relationships/notesSlide" Target="/ppt/notesSlides/notesSlide6.xml" Id="R1a9c0c0d0ceb4d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3da3b38a34df5" /><Relationship Type="http://schemas.openxmlformats.org/officeDocument/2006/relationships/notesSlide" Target="/ppt/notesSlides/notesSlide7.xml" Id="Ra4490b9480fa4e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215e92ab24793" /><Relationship Type="http://schemas.openxmlformats.org/officeDocument/2006/relationships/notesSlide" Target="/ppt/notesSlides/notesSlide8.xml" Id="Rc7f068d1b7e341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0b88f3f52441e" /><Relationship Type="http://schemas.openxmlformats.org/officeDocument/2006/relationships/notesSlide" Target="/ppt/notesSlides/notesSlide9.xml" Id="R2ec5f1bdd0ba46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FA5B5-42F4-4D86-BE26-C1B3162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0F1DB-03B4-4161-8CBF-0B7F9C3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43D9BC"/>
                </a:solidFill>
              </a:defRPr>
            </a:defPPr>
            <a:lvl1pPr algn="l">
              <a:defRPr sz="1350" b="1">
                <a:solidFill>
                  <a:srgbClr val="43D9BC"/>
                </a:solidFill>
              </a:defRPr>
            </a:lvl1pPr>
            <a:lvl2pPr algn="l">
              <a:defRPr sz="1350" b="1">
                <a:solidFill>
                  <a:srgbClr val="43D9BC"/>
                </a:solidFill>
              </a:defRPr>
            </a:lvl2pPr>
            <a:lvl3pPr algn="l">
              <a:defRPr sz="1350" b="1">
                <a:solidFill>
                  <a:srgbClr val="43D9BC"/>
                </a:solidFill>
              </a:defRPr>
            </a:lvl3pPr>
            <a:lvl4pPr algn="l">
              <a:defRPr sz="1350" b="1">
                <a:solidFill>
                  <a:srgbClr val="43D9BC"/>
                </a:solidFill>
              </a:defRPr>
            </a:lvl4pPr>
            <a:lvl5pPr algn="l">
              <a:defRPr sz="1350" b="1">
                <a:solidFill>
                  <a:srgbClr val="43D9BC"/>
                </a:solidFill>
              </a:defRPr>
            </a:lvl5pPr>
            <a:lvl6pPr algn="l">
              <a:defRPr sz="1350" b="1">
                <a:solidFill>
                  <a:srgbClr val="43D9BC"/>
                </a:solidFill>
              </a:defRPr>
            </a:lvl6pPr>
            <a:lvl7pPr algn="l">
              <a:defRPr sz="1350" b="1">
                <a:solidFill>
                  <a:srgbClr val="43D9BC"/>
                </a:solidFill>
              </a:defRPr>
            </a:lvl7pPr>
            <a:lvl8pPr algn="l">
              <a:defRPr sz="1350" b="1">
                <a:solidFill>
                  <a:srgbClr val="43D9BC"/>
                </a:solidFill>
              </a:defRPr>
            </a:lvl8pPr>
            <a:lvl9pPr algn="l">
              <a:defRPr sz="13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9BC"/>
                </a:solidFill>
              </a:defRPr>
            </a:pPr>
            <a:r>
              <a:rPr sz="1350" b="1">
                <a:solidFill>
                  <a:srgbClr val="43D9BC"/>
                </a:solidFill>
              </a:rPr>
              <a:t>CRYPTOSHIFT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DC9A0-CF85-4E7C-A0E0-BBC3B4E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620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>
                <a:solidFill>
                  <a:srgbClr val="F2F6F5"/>
                </a:solidFill>
              </a:defRPr>
            </a:defPPr>
            <a:lvl1pPr algn="l">
              <a:defRPr sz="3750" b="1">
                <a:solidFill>
                  <a:srgbClr val="F2F6F5"/>
                </a:solidFill>
              </a:defRPr>
            </a:lvl1pPr>
            <a:lvl2pPr algn="l">
              <a:defRPr sz="3750" b="1">
                <a:solidFill>
                  <a:srgbClr val="F2F6F5"/>
                </a:solidFill>
              </a:defRPr>
            </a:lvl2pPr>
            <a:lvl3pPr algn="l">
              <a:defRPr sz="3750" b="1">
                <a:solidFill>
                  <a:srgbClr val="F2F6F5"/>
                </a:solidFill>
              </a:defRPr>
            </a:lvl3pPr>
            <a:lvl4pPr algn="l">
              <a:defRPr sz="3750" b="1">
                <a:solidFill>
                  <a:srgbClr val="F2F6F5"/>
                </a:solidFill>
              </a:defRPr>
            </a:lvl4pPr>
            <a:lvl5pPr algn="l">
              <a:defRPr sz="3750" b="1">
                <a:solidFill>
                  <a:srgbClr val="F2F6F5"/>
                </a:solidFill>
              </a:defRPr>
            </a:lvl5pPr>
            <a:lvl6pPr algn="l">
              <a:defRPr sz="3750" b="1">
                <a:solidFill>
                  <a:srgbClr val="F2F6F5"/>
                </a:solidFill>
              </a:defRPr>
            </a:lvl6pPr>
            <a:lvl7pPr algn="l">
              <a:defRPr sz="3750" b="1">
                <a:solidFill>
                  <a:srgbClr val="F2F6F5"/>
                </a:solidFill>
              </a:defRPr>
            </a:lvl7pPr>
            <a:lvl8pPr algn="l">
              <a:defRPr sz="3750" b="1">
                <a:solidFill>
                  <a:srgbClr val="F2F6F5"/>
                </a:solidFill>
              </a:defRPr>
            </a:lvl8pPr>
            <a:lvl9pPr algn="l">
              <a:defRPr sz="375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2F6F5"/>
                </a:solidFill>
              </a:defRPr>
            </a:pPr>
            <a:r>
              <a:rPr sz="3750" b="1">
                <a:solidFill>
                  <a:srgbClr val="F2F6F5"/>
                </a:solidFill>
              </a:rPr>
              <a:t>Plan cryptographic</a:t>
            </a:r>
          </a:p>
          <a:p xmlns:a="http://schemas.openxmlformats.org/drawingml/2006/main">
            <a:pPr algn="l">
              <a:defRPr sz="3750" b="1">
                <a:solidFill>
                  <a:srgbClr val="F2F6F5"/>
                </a:solidFill>
              </a:defRPr>
            </a:pPr>
            <a:r>
              <a:rPr sz="3750" b="1">
                <a:solidFill>
                  <a:srgbClr val="F2F6F5"/>
                </a:solidFill>
              </a:rPr>
              <a:t>migration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5F50D-927C-4BCE-AC1D-E2AF693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D8E6E8"/>
                </a:solidFill>
              </a:defRPr>
            </a:defPPr>
            <a:lvl1pPr algn="l">
              <a:defRPr sz="1800" b="1">
                <a:solidFill>
                  <a:srgbClr val="D8E6E8"/>
                </a:solidFill>
              </a:defRPr>
            </a:lvl1pPr>
            <a:lvl2pPr algn="l">
              <a:defRPr sz="1800" b="1">
                <a:solidFill>
                  <a:srgbClr val="D8E6E8"/>
                </a:solidFill>
              </a:defRPr>
            </a:lvl2pPr>
            <a:lvl3pPr algn="l">
              <a:defRPr sz="1800" b="1">
                <a:solidFill>
                  <a:srgbClr val="D8E6E8"/>
                </a:solidFill>
              </a:defRPr>
            </a:lvl3pPr>
            <a:lvl4pPr algn="l">
              <a:defRPr sz="1800" b="1">
                <a:solidFill>
                  <a:srgbClr val="D8E6E8"/>
                </a:solidFill>
              </a:defRPr>
            </a:lvl4pPr>
            <a:lvl5pPr algn="l">
              <a:defRPr sz="1800" b="1">
                <a:solidFill>
                  <a:srgbClr val="D8E6E8"/>
                </a:solidFill>
              </a:defRPr>
            </a:lvl5pPr>
            <a:lvl6pPr algn="l">
              <a:defRPr sz="1800" b="1">
                <a:solidFill>
                  <a:srgbClr val="D8E6E8"/>
                </a:solidFill>
              </a:defRPr>
            </a:lvl6pPr>
            <a:lvl7pPr algn="l">
              <a:defRPr sz="1800" b="1">
                <a:solidFill>
                  <a:srgbClr val="D8E6E8"/>
                </a:solidFill>
              </a:defRPr>
            </a:lvl7pPr>
            <a:lvl8pPr algn="l">
              <a:defRPr sz="1800" b="1">
                <a:solidFill>
                  <a:srgbClr val="D8E6E8"/>
                </a:solidFill>
              </a:defRPr>
            </a:lvl8pPr>
            <a:lvl9pPr algn="l">
              <a:defRPr sz="1800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8E6E8"/>
                </a:solidFill>
              </a:defRPr>
            </a:pPr>
            <a:r>
              <a:rPr sz="1800" b="1">
                <a:solidFill>
                  <a:srgbClr val="D8E6E8"/>
                </a:solidFill>
              </a:rPr>
              <a:t>Quant-A-Maze 3.0 · PQC-01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598AF-2B79-4262-8BCF-2A0C852C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AFC1C9"/>
                </a:solidFill>
              </a:defRPr>
            </a:defPPr>
            <a:lvl1pPr algn="l">
              <a:defRPr sz="1650" b="0">
                <a:solidFill>
                  <a:srgbClr val="AFC1C9"/>
                </a:solidFill>
              </a:defRPr>
            </a:lvl1pPr>
            <a:lvl2pPr algn="l">
              <a:defRPr sz="1650" b="0">
                <a:solidFill>
                  <a:srgbClr val="AFC1C9"/>
                </a:solidFill>
              </a:defRPr>
            </a:lvl2pPr>
            <a:lvl3pPr algn="l">
              <a:defRPr sz="1650" b="0">
                <a:solidFill>
                  <a:srgbClr val="AFC1C9"/>
                </a:solidFill>
              </a:defRPr>
            </a:lvl3pPr>
            <a:lvl4pPr algn="l">
              <a:defRPr sz="1650" b="0">
                <a:solidFill>
                  <a:srgbClr val="AFC1C9"/>
                </a:solidFill>
              </a:defRPr>
            </a:lvl4pPr>
            <a:lvl5pPr algn="l">
              <a:defRPr sz="1650" b="0">
                <a:solidFill>
                  <a:srgbClr val="AFC1C9"/>
                </a:solidFill>
              </a:defRPr>
            </a:lvl5pPr>
            <a:lvl6pPr algn="l">
              <a:defRPr sz="1650" b="0">
                <a:solidFill>
                  <a:srgbClr val="AFC1C9"/>
                </a:solidFill>
              </a:defRPr>
            </a:lvl6pPr>
            <a:lvl7pPr algn="l">
              <a:defRPr sz="1650" b="0">
                <a:solidFill>
                  <a:srgbClr val="AFC1C9"/>
                </a:solidFill>
              </a:defRPr>
            </a:lvl7pPr>
            <a:lvl8pPr algn="l">
              <a:defRPr sz="1650" b="0">
                <a:solidFill>
                  <a:srgbClr val="AFC1C9"/>
                </a:solidFill>
              </a:defRPr>
            </a:lvl8pPr>
            <a:lvl9pPr algn="l">
              <a:defRPr sz="165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FC1C9"/>
                </a:solidFill>
              </a:defRPr>
            </a:pPr>
            <a:r>
              <a:rPr sz="1650" b="0">
                <a:solidFill>
                  <a:srgbClr val="AFC1C9"/>
                </a:solidFill>
              </a:rPr>
              <a:t>Verification-gated migration across banking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78B10-9875-49B6-9F92-824C8D7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9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042AA-B062-4475-AD7B-70634E8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AFC1C9"/>
                </a:solidFill>
              </a:defRPr>
            </a:defPPr>
            <a:lvl1pPr algn="l">
              <a:defRPr sz="1275" b="0">
                <a:solidFill>
                  <a:srgbClr val="AFC1C9"/>
                </a:solidFill>
              </a:defRPr>
            </a:lvl1pPr>
            <a:lvl2pPr algn="l">
              <a:defRPr sz="1275" b="0">
                <a:solidFill>
                  <a:srgbClr val="AFC1C9"/>
                </a:solidFill>
              </a:defRPr>
            </a:lvl2pPr>
            <a:lvl3pPr algn="l">
              <a:defRPr sz="1275" b="0">
                <a:solidFill>
                  <a:srgbClr val="AFC1C9"/>
                </a:solidFill>
              </a:defRPr>
            </a:lvl3pPr>
            <a:lvl4pPr algn="l">
              <a:defRPr sz="1275" b="0">
                <a:solidFill>
                  <a:srgbClr val="AFC1C9"/>
                </a:solidFill>
              </a:defRPr>
            </a:lvl4pPr>
            <a:lvl5pPr algn="l">
              <a:defRPr sz="1275" b="0">
                <a:solidFill>
                  <a:srgbClr val="AFC1C9"/>
                </a:solidFill>
              </a:defRPr>
            </a:lvl5pPr>
            <a:lvl6pPr algn="l">
              <a:defRPr sz="1275" b="0">
                <a:solidFill>
                  <a:srgbClr val="AFC1C9"/>
                </a:solidFill>
              </a:defRPr>
            </a:lvl6pPr>
            <a:lvl7pPr algn="l">
              <a:defRPr sz="1275" b="0">
                <a:solidFill>
                  <a:srgbClr val="AFC1C9"/>
                </a:solidFill>
              </a:defRPr>
            </a:lvl7pPr>
            <a:lvl8pPr algn="l">
              <a:defRPr sz="1275" b="0">
                <a:solidFill>
                  <a:srgbClr val="AFC1C9"/>
                </a:solidFill>
              </a:defRPr>
            </a:lvl8pPr>
            <a:lvl9pPr algn="l">
              <a:defRPr sz="127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FC1C9"/>
                </a:solidFill>
              </a:defRPr>
            </a:pPr>
            <a:r>
              <a:rPr sz="1275" b="0">
                <a:solidFill>
                  <a:srgbClr val="AFC1C9"/>
                </a:solidFill>
              </a:rPr>
              <a:t>36-hour hackathon project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910F7-CB05-4CA5-9232-81516084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5D28F-F101-4D17-8CAC-2920EB87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2F6F5"/>
                </a:solidFill>
              </a:defRPr>
            </a:defPPr>
            <a:lvl1pPr algn="ctr">
              <a:defRPr sz="1425" b="1">
                <a:solidFill>
                  <a:srgbClr val="F2F6F5"/>
                </a:solidFill>
              </a:defRPr>
            </a:lvl1pPr>
            <a:lvl2pPr algn="ctr">
              <a:defRPr sz="1425" b="1">
                <a:solidFill>
                  <a:srgbClr val="F2F6F5"/>
                </a:solidFill>
              </a:defRPr>
            </a:lvl2pPr>
            <a:lvl3pPr algn="ctr">
              <a:defRPr sz="1425" b="1">
                <a:solidFill>
                  <a:srgbClr val="F2F6F5"/>
                </a:solidFill>
              </a:defRPr>
            </a:lvl3pPr>
            <a:lvl4pPr algn="ctr">
              <a:defRPr sz="1425" b="1">
                <a:solidFill>
                  <a:srgbClr val="F2F6F5"/>
                </a:solidFill>
              </a:defRPr>
            </a:lvl4pPr>
            <a:lvl5pPr algn="ctr">
              <a:defRPr sz="1425" b="1">
                <a:solidFill>
                  <a:srgbClr val="F2F6F5"/>
                </a:solidFill>
              </a:defRPr>
            </a:lvl5pPr>
            <a:lvl6pPr algn="ctr">
              <a:defRPr sz="1425" b="1">
                <a:solidFill>
                  <a:srgbClr val="F2F6F5"/>
                </a:solidFill>
              </a:defRPr>
            </a:lvl6pPr>
            <a:lvl7pPr algn="ctr">
              <a:defRPr sz="1425" b="1">
                <a:solidFill>
                  <a:srgbClr val="F2F6F5"/>
                </a:solidFill>
              </a:defRPr>
            </a:lvl7pPr>
            <a:lvl8pPr algn="ctr">
              <a:defRPr sz="1425" b="1">
                <a:solidFill>
                  <a:srgbClr val="F2F6F5"/>
                </a:solidFill>
              </a:defRPr>
            </a:lvl8pPr>
            <a:lvl9pPr algn="ctr">
              <a:defRPr sz="142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2F6F5"/>
                </a:solidFill>
              </a:defRPr>
            </a:pPr>
            <a:r>
              <a:rPr sz="1425" b="1">
                <a:solidFill>
                  <a:srgbClr val="F2F6F5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C9211-8A5B-4E21-BF84-9AE297CE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AFC1C9"/>
                </a:solidFill>
              </a:defRPr>
            </a:defPPr>
            <a:lvl1pPr algn="ctr">
              <a:defRPr sz="900" b="1">
                <a:solidFill>
                  <a:srgbClr val="AFC1C9"/>
                </a:solidFill>
              </a:defRPr>
            </a:lvl1pPr>
            <a:lvl2pPr algn="ctr">
              <a:defRPr sz="900" b="1">
                <a:solidFill>
                  <a:srgbClr val="AFC1C9"/>
                </a:solidFill>
              </a:defRPr>
            </a:lvl2pPr>
            <a:lvl3pPr algn="ctr">
              <a:defRPr sz="900" b="1">
                <a:solidFill>
                  <a:srgbClr val="AFC1C9"/>
                </a:solidFill>
              </a:defRPr>
            </a:lvl3pPr>
            <a:lvl4pPr algn="ctr">
              <a:defRPr sz="900" b="1">
                <a:solidFill>
                  <a:srgbClr val="AFC1C9"/>
                </a:solidFill>
              </a:defRPr>
            </a:lvl4pPr>
            <a:lvl5pPr algn="ctr">
              <a:defRPr sz="900" b="1">
                <a:solidFill>
                  <a:srgbClr val="AFC1C9"/>
                </a:solidFill>
              </a:defRPr>
            </a:lvl5pPr>
            <a:lvl6pPr algn="ctr">
              <a:defRPr sz="900" b="1">
                <a:solidFill>
                  <a:srgbClr val="AFC1C9"/>
                </a:solidFill>
              </a:defRPr>
            </a:lvl6pPr>
            <a:lvl7pPr algn="ctr">
              <a:defRPr sz="900" b="1">
                <a:solidFill>
                  <a:srgbClr val="AFC1C9"/>
                </a:solidFill>
              </a:defRPr>
            </a:lvl7pPr>
            <a:lvl8pPr algn="ctr">
              <a:defRPr sz="900" b="1">
                <a:solidFill>
                  <a:srgbClr val="AFC1C9"/>
                </a:solidFill>
              </a:defRPr>
            </a:lvl8pPr>
            <a:lvl9pPr algn="ctr">
              <a:defRPr sz="900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AFC1C9"/>
                </a:solidFill>
              </a:defRPr>
            </a:pPr>
            <a:r>
              <a:rPr sz="900" b="1">
                <a:solidFill>
                  <a:srgbClr val="AFC1C9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B7530-D882-4853-A7FC-1EBDD016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574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E3ACF-B9A7-4CE4-80BC-FADEA16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C37A6-4A2B-4D44-8A63-F52FECE5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2F6F5"/>
                </a:solidFill>
              </a:defRPr>
            </a:defPPr>
            <a:lvl1pPr algn="ctr">
              <a:defRPr sz="1425" b="1">
                <a:solidFill>
                  <a:srgbClr val="F2F6F5"/>
                </a:solidFill>
              </a:defRPr>
            </a:lvl1pPr>
            <a:lvl2pPr algn="ctr">
              <a:defRPr sz="1425" b="1">
                <a:solidFill>
                  <a:srgbClr val="F2F6F5"/>
                </a:solidFill>
              </a:defRPr>
            </a:lvl2pPr>
            <a:lvl3pPr algn="ctr">
              <a:defRPr sz="1425" b="1">
                <a:solidFill>
                  <a:srgbClr val="F2F6F5"/>
                </a:solidFill>
              </a:defRPr>
            </a:lvl3pPr>
            <a:lvl4pPr algn="ctr">
              <a:defRPr sz="1425" b="1">
                <a:solidFill>
                  <a:srgbClr val="F2F6F5"/>
                </a:solidFill>
              </a:defRPr>
            </a:lvl4pPr>
            <a:lvl5pPr algn="ctr">
              <a:defRPr sz="1425" b="1">
                <a:solidFill>
                  <a:srgbClr val="F2F6F5"/>
                </a:solidFill>
              </a:defRPr>
            </a:lvl5pPr>
            <a:lvl6pPr algn="ctr">
              <a:defRPr sz="1425" b="1">
                <a:solidFill>
                  <a:srgbClr val="F2F6F5"/>
                </a:solidFill>
              </a:defRPr>
            </a:lvl6pPr>
            <a:lvl7pPr algn="ctr">
              <a:defRPr sz="1425" b="1">
                <a:solidFill>
                  <a:srgbClr val="F2F6F5"/>
                </a:solidFill>
              </a:defRPr>
            </a:lvl7pPr>
            <a:lvl8pPr algn="ctr">
              <a:defRPr sz="1425" b="1">
                <a:solidFill>
                  <a:srgbClr val="F2F6F5"/>
                </a:solidFill>
              </a:defRPr>
            </a:lvl8pPr>
            <a:lvl9pPr algn="ctr">
              <a:defRPr sz="142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2F6F5"/>
                </a:solidFill>
              </a:defRPr>
            </a:pPr>
            <a:r>
              <a:rPr sz="1425" b="1">
                <a:solidFill>
                  <a:srgbClr val="F2F6F5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7ACC6-D46D-4773-9383-3459C21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670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AFC1C9"/>
                </a:solidFill>
              </a:defRPr>
            </a:defPPr>
            <a:lvl1pPr algn="ctr">
              <a:defRPr sz="900" b="1">
                <a:solidFill>
                  <a:srgbClr val="AFC1C9"/>
                </a:solidFill>
              </a:defRPr>
            </a:lvl1pPr>
            <a:lvl2pPr algn="ctr">
              <a:defRPr sz="900" b="1">
                <a:solidFill>
                  <a:srgbClr val="AFC1C9"/>
                </a:solidFill>
              </a:defRPr>
            </a:lvl2pPr>
            <a:lvl3pPr algn="ctr">
              <a:defRPr sz="900" b="1">
                <a:solidFill>
                  <a:srgbClr val="AFC1C9"/>
                </a:solidFill>
              </a:defRPr>
            </a:lvl3pPr>
            <a:lvl4pPr algn="ctr">
              <a:defRPr sz="900" b="1">
                <a:solidFill>
                  <a:srgbClr val="AFC1C9"/>
                </a:solidFill>
              </a:defRPr>
            </a:lvl4pPr>
            <a:lvl5pPr algn="ctr">
              <a:defRPr sz="900" b="1">
                <a:solidFill>
                  <a:srgbClr val="AFC1C9"/>
                </a:solidFill>
              </a:defRPr>
            </a:lvl5pPr>
            <a:lvl6pPr algn="ctr">
              <a:defRPr sz="900" b="1">
                <a:solidFill>
                  <a:srgbClr val="AFC1C9"/>
                </a:solidFill>
              </a:defRPr>
            </a:lvl6pPr>
            <a:lvl7pPr algn="ctr">
              <a:defRPr sz="900" b="1">
                <a:solidFill>
                  <a:srgbClr val="AFC1C9"/>
                </a:solidFill>
              </a:defRPr>
            </a:lvl7pPr>
            <a:lvl8pPr algn="ctr">
              <a:defRPr sz="900" b="1">
                <a:solidFill>
                  <a:srgbClr val="AFC1C9"/>
                </a:solidFill>
              </a:defRPr>
            </a:lvl8pPr>
            <a:lvl9pPr algn="ctr">
              <a:defRPr sz="900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AFC1C9"/>
                </a:solidFill>
              </a:defRPr>
            </a:pPr>
            <a:r>
              <a:rPr sz="900" b="1">
                <a:solidFill>
                  <a:srgbClr val="AFC1C9"/>
                </a:solidFill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0BBED-A009-4875-AEED-BF0BFC27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2574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4A89C-3A41-4137-A132-B8726DA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00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19050">
            <a:solidFill>
              <a:srgbClr val="43D9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6715C-E0F0-4CCB-8A56-C0ED801D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00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92131"/>
                </a:solidFill>
              </a:defRPr>
            </a:defPPr>
            <a:lvl1pPr algn="ctr">
              <a:defRPr sz="1425" b="1">
                <a:solidFill>
                  <a:srgbClr val="092131"/>
                </a:solidFill>
              </a:defRPr>
            </a:lvl1pPr>
            <a:lvl2pPr algn="ctr">
              <a:defRPr sz="1425" b="1">
                <a:solidFill>
                  <a:srgbClr val="092131"/>
                </a:solidFill>
              </a:defRPr>
            </a:lvl2pPr>
            <a:lvl3pPr algn="ctr">
              <a:defRPr sz="1425" b="1">
                <a:solidFill>
                  <a:srgbClr val="092131"/>
                </a:solidFill>
              </a:defRPr>
            </a:lvl3pPr>
            <a:lvl4pPr algn="ctr">
              <a:defRPr sz="1425" b="1">
                <a:solidFill>
                  <a:srgbClr val="092131"/>
                </a:solidFill>
              </a:defRPr>
            </a:lvl4pPr>
            <a:lvl5pPr algn="ctr">
              <a:defRPr sz="1425" b="1">
                <a:solidFill>
                  <a:srgbClr val="092131"/>
                </a:solidFill>
              </a:defRPr>
            </a:lvl5pPr>
            <a:lvl6pPr algn="ctr">
              <a:defRPr sz="1425" b="1">
                <a:solidFill>
                  <a:srgbClr val="092131"/>
                </a:solidFill>
              </a:defRPr>
            </a:lvl6pPr>
            <a:lvl7pPr algn="ctr">
              <a:defRPr sz="1425" b="1">
                <a:solidFill>
                  <a:srgbClr val="092131"/>
                </a:solidFill>
              </a:defRPr>
            </a:lvl7pPr>
            <a:lvl8pPr algn="ctr">
              <a:defRPr sz="1425" b="1">
                <a:solidFill>
                  <a:srgbClr val="092131"/>
                </a:solidFill>
              </a:defRPr>
            </a:lvl8pPr>
            <a:lvl9pPr algn="ctr">
              <a:defRPr sz="1425" b="1">
                <a:solidFill>
                  <a:srgbClr val="092131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92131"/>
                </a:solidFill>
              </a:defRPr>
            </a:pPr>
            <a:r>
              <a:rPr sz="1425" b="1">
                <a:solidFill>
                  <a:srgbClr val="092131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2A071-6E90-4E0C-B144-0A02297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670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AFC1C9"/>
                </a:solidFill>
              </a:defRPr>
            </a:defPPr>
            <a:lvl1pPr algn="ctr">
              <a:defRPr sz="900" b="1">
                <a:solidFill>
                  <a:srgbClr val="AFC1C9"/>
                </a:solidFill>
              </a:defRPr>
            </a:lvl1pPr>
            <a:lvl2pPr algn="ctr">
              <a:defRPr sz="900" b="1">
                <a:solidFill>
                  <a:srgbClr val="AFC1C9"/>
                </a:solidFill>
              </a:defRPr>
            </a:lvl2pPr>
            <a:lvl3pPr algn="ctr">
              <a:defRPr sz="900" b="1">
                <a:solidFill>
                  <a:srgbClr val="AFC1C9"/>
                </a:solidFill>
              </a:defRPr>
            </a:lvl3pPr>
            <a:lvl4pPr algn="ctr">
              <a:defRPr sz="900" b="1">
                <a:solidFill>
                  <a:srgbClr val="AFC1C9"/>
                </a:solidFill>
              </a:defRPr>
            </a:lvl4pPr>
            <a:lvl5pPr algn="ctr">
              <a:defRPr sz="900" b="1">
                <a:solidFill>
                  <a:srgbClr val="AFC1C9"/>
                </a:solidFill>
              </a:defRPr>
            </a:lvl5pPr>
            <a:lvl6pPr algn="ctr">
              <a:defRPr sz="900" b="1">
                <a:solidFill>
                  <a:srgbClr val="AFC1C9"/>
                </a:solidFill>
              </a:defRPr>
            </a:lvl6pPr>
            <a:lvl7pPr algn="ctr">
              <a:defRPr sz="900" b="1">
                <a:solidFill>
                  <a:srgbClr val="AFC1C9"/>
                </a:solidFill>
              </a:defRPr>
            </a:lvl7pPr>
            <a:lvl8pPr algn="ctr">
              <a:defRPr sz="900" b="1">
                <a:solidFill>
                  <a:srgbClr val="AFC1C9"/>
                </a:solidFill>
              </a:defRPr>
            </a:lvl8pPr>
            <a:lvl9pPr algn="ctr">
              <a:defRPr sz="900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AFC1C9"/>
                </a:solidFill>
              </a:defRPr>
            </a:pPr>
            <a:r>
              <a:rPr sz="900" b="1">
                <a:solidFill>
                  <a:srgbClr val="AFC1C9"/>
                </a:solidFill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43269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9265C-BDDD-4A32-9480-386FF8C2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5413B-61DA-495E-AE4E-98D55E54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The migration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573A6-0434-4B15-A72B-97B79CA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BAD98-8326-4DE9-953A-251580E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FD2B8-BC4E-45A3-A51F-B69B06D4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D8E6E8"/>
                </a:solidFill>
              </a:defRPr>
            </a:defPPr>
            <a:lvl1pPr algn="l">
              <a:defRPr sz="1875" b="1">
                <a:solidFill>
                  <a:srgbClr val="D8E6E8"/>
                </a:solidFill>
              </a:defRPr>
            </a:lvl1pPr>
            <a:lvl2pPr algn="l">
              <a:defRPr sz="1875" b="1">
                <a:solidFill>
                  <a:srgbClr val="D8E6E8"/>
                </a:solidFill>
              </a:defRPr>
            </a:lvl2pPr>
            <a:lvl3pPr algn="l">
              <a:defRPr sz="1875" b="1">
                <a:solidFill>
                  <a:srgbClr val="D8E6E8"/>
                </a:solidFill>
              </a:defRPr>
            </a:lvl3pPr>
            <a:lvl4pPr algn="l">
              <a:defRPr sz="1875" b="1">
                <a:solidFill>
                  <a:srgbClr val="D8E6E8"/>
                </a:solidFill>
              </a:defRPr>
            </a:lvl4pPr>
            <a:lvl5pPr algn="l">
              <a:defRPr sz="1875" b="1">
                <a:solidFill>
                  <a:srgbClr val="D8E6E8"/>
                </a:solidFill>
              </a:defRPr>
            </a:lvl5pPr>
            <a:lvl6pPr algn="l">
              <a:defRPr sz="1875" b="1">
                <a:solidFill>
                  <a:srgbClr val="D8E6E8"/>
                </a:solidFill>
              </a:defRPr>
            </a:lvl6pPr>
            <a:lvl7pPr algn="l">
              <a:defRPr sz="1875" b="1">
                <a:solidFill>
                  <a:srgbClr val="D8E6E8"/>
                </a:solidFill>
              </a:defRPr>
            </a:lvl7pPr>
            <a:lvl8pPr algn="l">
              <a:defRPr sz="1875" b="1">
                <a:solidFill>
                  <a:srgbClr val="D8E6E8"/>
                </a:solidFill>
              </a:defRPr>
            </a:lvl8pPr>
            <a:lvl9pPr algn="l">
              <a:defRPr sz="1875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E6E8"/>
                </a:solidFill>
              </a:defRPr>
            </a:pPr>
            <a:r>
              <a:rPr sz="1875" b="1">
                <a:solidFill>
                  <a:srgbClr val="D8E6E8"/>
                </a:solidFill>
              </a:rPr>
              <a:t>Cryptography is spread across applications, certificates, and service dependencies.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F7E37-B403-43D0-A477-F1087F7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EB61D-75DE-4DD0-B2CB-7BC51A8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577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D8E6E8"/>
                </a:solidFill>
              </a:defRPr>
            </a:defPPr>
            <a:lvl1pPr algn="l">
              <a:defRPr sz="1650" b="0">
                <a:solidFill>
                  <a:srgbClr val="D8E6E8"/>
                </a:solidFill>
              </a:defRPr>
            </a:lvl1pPr>
            <a:lvl2pPr algn="l">
              <a:defRPr sz="1650" b="0">
                <a:solidFill>
                  <a:srgbClr val="D8E6E8"/>
                </a:solidFill>
              </a:defRPr>
            </a:lvl2pPr>
            <a:lvl3pPr algn="l">
              <a:defRPr sz="1650" b="0">
                <a:solidFill>
                  <a:srgbClr val="D8E6E8"/>
                </a:solidFill>
              </a:defRPr>
            </a:lvl3pPr>
            <a:lvl4pPr algn="l">
              <a:defRPr sz="1650" b="0">
                <a:solidFill>
                  <a:srgbClr val="D8E6E8"/>
                </a:solidFill>
              </a:defRPr>
            </a:lvl4pPr>
            <a:lvl5pPr algn="l">
              <a:defRPr sz="1650" b="0">
                <a:solidFill>
                  <a:srgbClr val="D8E6E8"/>
                </a:solidFill>
              </a:defRPr>
            </a:lvl5pPr>
            <a:lvl6pPr algn="l">
              <a:defRPr sz="1650" b="0">
                <a:solidFill>
                  <a:srgbClr val="D8E6E8"/>
                </a:solidFill>
              </a:defRPr>
            </a:lvl6pPr>
            <a:lvl7pPr algn="l">
              <a:defRPr sz="1650" b="0">
                <a:solidFill>
                  <a:srgbClr val="D8E6E8"/>
                </a:solidFill>
              </a:defRPr>
            </a:lvl7pPr>
            <a:lvl8pPr algn="l">
              <a:defRPr sz="1650" b="0">
                <a:solidFill>
                  <a:srgbClr val="D8E6E8"/>
                </a:solidFill>
              </a:defRPr>
            </a:lvl8pPr>
            <a:lvl9pPr algn="l">
              <a:defRPr sz="1650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6E8"/>
                </a:solidFill>
              </a:defRPr>
            </a:pPr>
            <a:r>
              <a:rPr sz="1650" b="0">
                <a:solidFill>
                  <a:srgbClr val="D8E6E8"/>
                </a:solidFill>
              </a:rPr>
              <a:t>A bank cannot update every service in one step without risking payment and authentication failures.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0D53F-F3FB-4CC5-A160-D380BE6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7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53B95-7B1E-4F54-A3AE-0BC26C5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577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D8E6E8"/>
                </a:solidFill>
              </a:defRPr>
            </a:defPPr>
            <a:lvl1pPr algn="l">
              <a:defRPr sz="1650" b="0">
                <a:solidFill>
                  <a:srgbClr val="D8E6E8"/>
                </a:solidFill>
              </a:defRPr>
            </a:lvl1pPr>
            <a:lvl2pPr algn="l">
              <a:defRPr sz="1650" b="0">
                <a:solidFill>
                  <a:srgbClr val="D8E6E8"/>
                </a:solidFill>
              </a:defRPr>
            </a:lvl2pPr>
            <a:lvl3pPr algn="l">
              <a:defRPr sz="1650" b="0">
                <a:solidFill>
                  <a:srgbClr val="D8E6E8"/>
                </a:solidFill>
              </a:defRPr>
            </a:lvl3pPr>
            <a:lvl4pPr algn="l">
              <a:defRPr sz="1650" b="0">
                <a:solidFill>
                  <a:srgbClr val="D8E6E8"/>
                </a:solidFill>
              </a:defRPr>
            </a:lvl4pPr>
            <a:lvl5pPr algn="l">
              <a:defRPr sz="1650" b="0">
                <a:solidFill>
                  <a:srgbClr val="D8E6E8"/>
                </a:solidFill>
              </a:defRPr>
            </a:lvl5pPr>
            <a:lvl6pPr algn="l">
              <a:defRPr sz="1650" b="0">
                <a:solidFill>
                  <a:srgbClr val="D8E6E8"/>
                </a:solidFill>
              </a:defRPr>
            </a:lvl6pPr>
            <a:lvl7pPr algn="l">
              <a:defRPr sz="1650" b="0">
                <a:solidFill>
                  <a:srgbClr val="D8E6E8"/>
                </a:solidFill>
              </a:defRPr>
            </a:lvl7pPr>
            <a:lvl8pPr algn="l">
              <a:defRPr sz="1650" b="0">
                <a:solidFill>
                  <a:srgbClr val="D8E6E8"/>
                </a:solidFill>
              </a:defRPr>
            </a:lvl8pPr>
            <a:lvl9pPr algn="l">
              <a:defRPr sz="1650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6E8"/>
                </a:solidFill>
              </a:defRPr>
            </a:pPr>
            <a:r>
              <a:rPr sz="1650" b="0">
                <a:solidFill>
                  <a:srgbClr val="D8E6E8"/>
                </a:solidFill>
              </a:rPr>
              <a:t>A file match alone does not tell us the business purpose or which service depends on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68458-4E04-49FE-B191-9CB51975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F75EC-7A4F-4EA1-8362-51233FAD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577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D8E6E8"/>
                </a:solidFill>
              </a:defRPr>
            </a:defPPr>
            <a:lvl1pPr algn="l">
              <a:defRPr sz="1650" b="0">
                <a:solidFill>
                  <a:srgbClr val="D8E6E8"/>
                </a:solidFill>
              </a:defRPr>
            </a:lvl1pPr>
            <a:lvl2pPr algn="l">
              <a:defRPr sz="1650" b="0">
                <a:solidFill>
                  <a:srgbClr val="D8E6E8"/>
                </a:solidFill>
              </a:defRPr>
            </a:lvl2pPr>
            <a:lvl3pPr algn="l">
              <a:defRPr sz="1650" b="0">
                <a:solidFill>
                  <a:srgbClr val="D8E6E8"/>
                </a:solidFill>
              </a:defRPr>
            </a:lvl3pPr>
            <a:lvl4pPr algn="l">
              <a:defRPr sz="1650" b="0">
                <a:solidFill>
                  <a:srgbClr val="D8E6E8"/>
                </a:solidFill>
              </a:defRPr>
            </a:lvl4pPr>
            <a:lvl5pPr algn="l">
              <a:defRPr sz="1650" b="0">
                <a:solidFill>
                  <a:srgbClr val="D8E6E8"/>
                </a:solidFill>
              </a:defRPr>
            </a:lvl5pPr>
            <a:lvl6pPr algn="l">
              <a:defRPr sz="1650" b="0">
                <a:solidFill>
                  <a:srgbClr val="D8E6E8"/>
                </a:solidFill>
              </a:defRPr>
            </a:lvl6pPr>
            <a:lvl7pPr algn="l">
              <a:defRPr sz="1650" b="0">
                <a:solidFill>
                  <a:srgbClr val="D8E6E8"/>
                </a:solidFill>
              </a:defRPr>
            </a:lvl7pPr>
            <a:lvl8pPr algn="l">
              <a:defRPr sz="1650" b="0">
                <a:solidFill>
                  <a:srgbClr val="D8E6E8"/>
                </a:solidFill>
              </a:defRPr>
            </a:lvl8pPr>
            <a:lvl9pPr algn="l">
              <a:defRPr sz="1650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6E8"/>
                </a:solidFill>
              </a:defRPr>
            </a:pPr>
            <a:r>
              <a:rPr sz="1650" b="0">
                <a:solidFill>
                  <a:srgbClr val="D8E6E8"/>
                </a:solidFill>
              </a:rPr>
              <a:t>Migration order must account for compatibility, operational windows, and a way 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8E8B5-5A23-4BCB-B805-1CA9D145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ILLUSTRATIVE SERVICE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353B8-1D46-4B04-BF6C-13090C4D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77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4777B-B989-41DE-B6F4-B8169E54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Payment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738E2-5026-4BEB-AA25-D5C6FC2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signs 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A5EE4-35DF-4385-9F37-4A6CC9DD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146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FFC7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E9277-F7E1-4DD3-B408-22174AB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6D562-4598-4671-9391-E0AD68DE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099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validates signer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FA8BE-A186-4BB2-8A21-5BA55545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43D9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F3B57-104D-4250-BB69-868FF23A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86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Certificate</a:t>
            </a:r>
          </a:p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D1DE3-9B24-41C0-8591-20564F21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6482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trust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74C06-989D-4B0B-9F34-0303D8F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90FF7-2459-44F4-B026-FD5F707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814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36C70-B647-4C16-9F10-2A3A4DF6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673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AFC1C9"/>
                </a:solidFill>
              </a:defRPr>
            </a:defPPr>
            <a:lvl1pPr algn="l">
              <a:defRPr sz="1200" b="0">
                <a:solidFill>
                  <a:srgbClr val="AFC1C9"/>
                </a:solidFill>
              </a:defRPr>
            </a:lvl1pPr>
            <a:lvl2pPr algn="l">
              <a:defRPr sz="1200" b="0">
                <a:solidFill>
                  <a:srgbClr val="AFC1C9"/>
                </a:solidFill>
              </a:defRPr>
            </a:lvl2pPr>
            <a:lvl3pPr algn="l">
              <a:defRPr sz="1200" b="0">
                <a:solidFill>
                  <a:srgbClr val="AFC1C9"/>
                </a:solidFill>
              </a:defRPr>
            </a:lvl3pPr>
            <a:lvl4pPr algn="l">
              <a:defRPr sz="1200" b="0">
                <a:solidFill>
                  <a:srgbClr val="AFC1C9"/>
                </a:solidFill>
              </a:defRPr>
            </a:lvl4pPr>
            <a:lvl5pPr algn="l">
              <a:defRPr sz="1200" b="0">
                <a:solidFill>
                  <a:srgbClr val="AFC1C9"/>
                </a:solidFill>
              </a:defRPr>
            </a:lvl5pPr>
            <a:lvl6pPr algn="l">
              <a:defRPr sz="1200" b="0">
                <a:solidFill>
                  <a:srgbClr val="AFC1C9"/>
                </a:solidFill>
              </a:defRPr>
            </a:lvl6pPr>
            <a:lvl7pPr algn="l">
              <a:defRPr sz="1200" b="0">
                <a:solidFill>
                  <a:srgbClr val="AFC1C9"/>
                </a:solidFill>
              </a:defRPr>
            </a:lvl7pPr>
            <a:lvl8pPr algn="l">
              <a:defRPr sz="1200" b="0">
                <a:solidFill>
                  <a:srgbClr val="AFC1C9"/>
                </a:solidFill>
              </a:defRPr>
            </a:lvl8pPr>
            <a:lvl9pPr algn="l">
              <a:defRPr sz="12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FC1C9"/>
                </a:solidFill>
              </a:defRPr>
            </a:pPr>
            <a:r>
              <a:rPr sz="1200" b="0">
                <a:solidFill>
                  <a:srgbClr val="AFC1C9"/>
                </a:solidFill>
              </a:rPr>
              <a:t>An upstream change can affect downstream checks.</a:t>
            </a:r>
          </a:p>
        </p:txBody>
      </p:sp>
    </p:spTree>
    <p:extLst>
      <p:ext uri="{BB962C8B-B14F-4D97-AF65-F5344CB8AC3E}">
        <p14:creationId xmlns:p14="http://schemas.microsoft.com/office/powerpoint/2010/main" val="170086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ACFEE-FDA7-4B70-B9F0-435E72A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235CE-0E16-4275-B418-4AE0488D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What CryptoShift will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09878-87BF-4676-A8C0-0A680B14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E95C-71E7-4C37-8E57-04DC7BDA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95016-ED56-4F0A-B256-FED7151A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8E6E8"/>
                </a:solidFill>
              </a:defRPr>
            </a:defPPr>
            <a:lvl1pPr algn="l">
              <a:defRPr sz="1725" b="1">
                <a:solidFill>
                  <a:srgbClr val="D8E6E8"/>
                </a:solidFill>
              </a:defRPr>
            </a:lvl1pPr>
            <a:lvl2pPr algn="l">
              <a:defRPr sz="1725" b="1">
                <a:solidFill>
                  <a:srgbClr val="D8E6E8"/>
                </a:solidFill>
              </a:defRPr>
            </a:lvl2pPr>
            <a:lvl3pPr algn="l">
              <a:defRPr sz="1725" b="1">
                <a:solidFill>
                  <a:srgbClr val="D8E6E8"/>
                </a:solidFill>
              </a:defRPr>
            </a:lvl3pPr>
            <a:lvl4pPr algn="l">
              <a:defRPr sz="1725" b="1">
                <a:solidFill>
                  <a:srgbClr val="D8E6E8"/>
                </a:solidFill>
              </a:defRPr>
            </a:lvl4pPr>
            <a:lvl5pPr algn="l">
              <a:defRPr sz="1725" b="1">
                <a:solidFill>
                  <a:srgbClr val="D8E6E8"/>
                </a:solidFill>
              </a:defRPr>
            </a:lvl5pPr>
            <a:lvl6pPr algn="l">
              <a:defRPr sz="1725" b="1">
                <a:solidFill>
                  <a:srgbClr val="D8E6E8"/>
                </a:solidFill>
              </a:defRPr>
            </a:lvl6pPr>
            <a:lvl7pPr algn="l">
              <a:defRPr sz="1725" b="1">
                <a:solidFill>
                  <a:srgbClr val="D8E6E8"/>
                </a:solidFill>
              </a:defRPr>
            </a:lvl7pPr>
            <a:lvl8pPr algn="l">
              <a:defRPr sz="1725" b="1">
                <a:solidFill>
                  <a:srgbClr val="D8E6E8"/>
                </a:solidFill>
              </a:defRPr>
            </a:lvl8pPr>
            <a:lvl9pPr algn="l">
              <a:defRPr sz="1725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8E6E8"/>
                </a:solidFill>
              </a:defRPr>
            </a:pPr>
            <a:r>
              <a:rPr sz="1725" b="1">
                <a:solidFill>
                  <a:srgbClr val="D8E6E8"/>
                </a:solidFill>
              </a:rPr>
              <a:t>A reviewable path from code evidence to a migration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D35E2-7BFD-4326-B2D7-997563C8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476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43D9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0181B-42F6-4504-8C5F-18EDB9F1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F023C-A75C-4CDA-A6BF-6363BE41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20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source +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54A24-4B7A-4369-97A1-388EEAEF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1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178ED-5B5A-4F66-B598-EF38DC86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1476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43D9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F2F5-93AA-4576-B38E-9F9990F7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14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Show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0805D-10C4-4D36-BE76-3702522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76600"/>
            <a:ext cx="120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file +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68FD6-1E53-4383-B9D1-3B6C291C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14A7F-2053-4A3E-8BEC-54ADD65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476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43D9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25CB8-C831-4B73-8DE6-BC689EE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Map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E655-7B8F-4843-9149-4F4A419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120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observed / inferred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26A16-637C-4E6B-A1E9-A97F9877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9E1D5-E191-4604-A079-72C55B2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81300"/>
            <a:ext cx="1476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43D9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4D5A4-2C8E-42AB-A4A8-A927E9AA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14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Plan waves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3CCD9-DB37-4978-93EE-BB1E1DC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76600"/>
            <a:ext cx="120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constraints + reasons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3610C-3C58-4258-8C9F-90A18A5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EF7FD-ADDA-4DAF-BCDC-E63785C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476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FFC7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A29C4-D26A-4AFB-B83F-5C846071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FE92D-DD3D-4D65-9B73-5ABB416A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120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compatibility gates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07F6A-9D7F-4D47-975A-5757C3A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1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0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D8A0D-759D-45A8-8D76-5C58533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81300"/>
            <a:ext cx="1476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19050">
            <a:solidFill>
              <a:srgbClr val="FF8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40F4A-17B8-4D60-899F-9603E268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2F6F5"/>
                </a:solidFill>
              </a:defRPr>
            </a:defPPr>
            <a:lvl1pPr algn="ctr">
              <a:defRPr sz="1500" b="1">
                <a:solidFill>
                  <a:srgbClr val="F2F6F5"/>
                </a:solidFill>
              </a:defRPr>
            </a:lvl1pPr>
            <a:lvl2pPr algn="ctr">
              <a:defRPr sz="1500" b="1">
                <a:solidFill>
                  <a:srgbClr val="F2F6F5"/>
                </a:solidFill>
              </a:defRPr>
            </a:lvl2pPr>
            <a:lvl3pPr algn="ctr">
              <a:defRPr sz="1500" b="1">
                <a:solidFill>
                  <a:srgbClr val="F2F6F5"/>
                </a:solidFill>
              </a:defRPr>
            </a:lvl3pPr>
            <a:lvl4pPr algn="ctr">
              <a:defRPr sz="1500" b="1">
                <a:solidFill>
                  <a:srgbClr val="F2F6F5"/>
                </a:solidFill>
              </a:defRPr>
            </a:lvl4pPr>
            <a:lvl5pPr algn="ctr">
              <a:defRPr sz="1500" b="1">
                <a:solidFill>
                  <a:srgbClr val="F2F6F5"/>
                </a:solidFill>
              </a:defRPr>
            </a:lvl5pPr>
            <a:lvl6pPr algn="ctr">
              <a:defRPr sz="1500" b="1">
                <a:solidFill>
                  <a:srgbClr val="F2F6F5"/>
                </a:solidFill>
              </a:defRPr>
            </a:lvl6pPr>
            <a:lvl7pPr algn="ctr">
              <a:defRPr sz="1500" b="1">
                <a:solidFill>
                  <a:srgbClr val="F2F6F5"/>
                </a:solidFill>
              </a:defRPr>
            </a:lvl7pPr>
            <a:lvl8pPr algn="ctr">
              <a:defRPr sz="1500" b="1">
                <a:solidFill>
                  <a:srgbClr val="F2F6F5"/>
                </a:solidFill>
              </a:defRPr>
            </a:lvl8pPr>
            <a:lvl9pPr algn="ctr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Approve /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431DD-34C4-423D-B0FF-5C765D08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76600"/>
            <a:ext cx="1209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AFC1C9"/>
                </a:solidFill>
              </a:defRPr>
            </a:defPPr>
            <a:lvl1pPr algn="ctr">
              <a:defRPr sz="1125" b="0">
                <a:solidFill>
                  <a:srgbClr val="AFC1C9"/>
                </a:solidFill>
              </a:defRPr>
            </a:lvl1pPr>
            <a:lvl2pPr algn="ctr">
              <a:defRPr sz="1125" b="0">
                <a:solidFill>
                  <a:srgbClr val="AFC1C9"/>
                </a:solidFill>
              </a:defRPr>
            </a:lvl2pPr>
            <a:lvl3pPr algn="ctr">
              <a:defRPr sz="1125" b="0">
                <a:solidFill>
                  <a:srgbClr val="AFC1C9"/>
                </a:solidFill>
              </a:defRPr>
            </a:lvl3pPr>
            <a:lvl4pPr algn="ctr">
              <a:defRPr sz="1125" b="0">
                <a:solidFill>
                  <a:srgbClr val="AFC1C9"/>
                </a:solidFill>
              </a:defRPr>
            </a:lvl4pPr>
            <a:lvl5pPr algn="ctr">
              <a:defRPr sz="1125" b="0">
                <a:solidFill>
                  <a:srgbClr val="AFC1C9"/>
                </a:solidFill>
              </a:defRPr>
            </a:lvl5pPr>
            <a:lvl6pPr algn="ctr">
              <a:defRPr sz="1125" b="0">
                <a:solidFill>
                  <a:srgbClr val="AFC1C9"/>
                </a:solidFill>
              </a:defRPr>
            </a:lvl6pPr>
            <a:lvl7pPr algn="ctr">
              <a:defRPr sz="1125" b="0">
                <a:solidFill>
                  <a:srgbClr val="AFC1C9"/>
                </a:solidFill>
              </a:defRPr>
            </a:lvl7pPr>
            <a:lvl8pPr algn="ctr">
              <a:defRPr sz="1125" b="0">
                <a:solidFill>
                  <a:srgbClr val="AFC1C9"/>
                </a:solidFill>
              </a:defRPr>
            </a:lvl8pPr>
            <a:lvl9pPr algn="ctr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human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EBEF0-436B-4766-AF2B-DFCC50C7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43D9BC"/>
                </a:solidFill>
              </a:defRPr>
            </a:defPPr>
            <a:lvl1pPr algn="l">
              <a:defRPr sz="1575" b="1">
                <a:solidFill>
                  <a:srgbClr val="43D9BC"/>
                </a:solidFill>
              </a:defRPr>
            </a:lvl1pPr>
            <a:lvl2pPr algn="l">
              <a:defRPr sz="1575" b="1">
                <a:solidFill>
                  <a:srgbClr val="43D9BC"/>
                </a:solidFill>
              </a:defRPr>
            </a:lvl2pPr>
            <a:lvl3pPr algn="l">
              <a:defRPr sz="1575" b="1">
                <a:solidFill>
                  <a:srgbClr val="43D9BC"/>
                </a:solidFill>
              </a:defRPr>
            </a:lvl3pPr>
            <a:lvl4pPr algn="l">
              <a:defRPr sz="1575" b="1">
                <a:solidFill>
                  <a:srgbClr val="43D9BC"/>
                </a:solidFill>
              </a:defRPr>
            </a:lvl4pPr>
            <a:lvl5pPr algn="l">
              <a:defRPr sz="1575" b="1">
                <a:solidFill>
                  <a:srgbClr val="43D9BC"/>
                </a:solidFill>
              </a:defRPr>
            </a:lvl5pPr>
            <a:lvl6pPr algn="l">
              <a:defRPr sz="1575" b="1">
                <a:solidFill>
                  <a:srgbClr val="43D9BC"/>
                </a:solidFill>
              </a:defRPr>
            </a:lvl6pPr>
            <a:lvl7pPr algn="l">
              <a:defRPr sz="1575" b="1">
                <a:solidFill>
                  <a:srgbClr val="43D9BC"/>
                </a:solidFill>
              </a:defRPr>
            </a:lvl7pPr>
            <a:lvl8pPr algn="l">
              <a:defRPr sz="1575" b="1">
                <a:solidFill>
                  <a:srgbClr val="43D9BC"/>
                </a:solidFill>
              </a:defRPr>
            </a:lvl8pPr>
            <a:lvl9pPr algn="l">
              <a:defRPr sz="15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3D9BC"/>
                </a:solidFill>
              </a:defRPr>
            </a:pPr>
            <a:r>
              <a:rPr sz="1575" b="1">
                <a:solidFill>
                  <a:srgbClr val="43D9BC"/>
                </a:solidFill>
              </a:rPr>
              <a:t>Output: JSON inventory + readable migration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597D35-7CDF-4113-A483-831A13C3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AFC1C9"/>
                </a:solidFill>
              </a:defRPr>
            </a:defPPr>
            <a:lvl1pPr algn="l">
              <a:defRPr sz="1500" b="0">
                <a:solidFill>
                  <a:srgbClr val="AFC1C9"/>
                </a:solidFill>
              </a:defRPr>
            </a:lvl1pPr>
            <a:lvl2pPr algn="l">
              <a:defRPr sz="1500" b="0">
                <a:solidFill>
                  <a:srgbClr val="AFC1C9"/>
                </a:solidFill>
              </a:defRPr>
            </a:lvl2pPr>
            <a:lvl3pPr algn="l">
              <a:defRPr sz="1500" b="0">
                <a:solidFill>
                  <a:srgbClr val="AFC1C9"/>
                </a:solidFill>
              </a:defRPr>
            </a:lvl3pPr>
            <a:lvl4pPr algn="l">
              <a:defRPr sz="1500" b="0">
                <a:solidFill>
                  <a:srgbClr val="AFC1C9"/>
                </a:solidFill>
              </a:defRPr>
            </a:lvl4pPr>
            <a:lvl5pPr algn="l">
              <a:defRPr sz="1500" b="0">
                <a:solidFill>
                  <a:srgbClr val="AFC1C9"/>
                </a:solidFill>
              </a:defRPr>
            </a:lvl5pPr>
            <a:lvl6pPr algn="l">
              <a:defRPr sz="1500" b="0">
                <a:solidFill>
                  <a:srgbClr val="AFC1C9"/>
                </a:solidFill>
              </a:defRPr>
            </a:lvl6pPr>
            <a:lvl7pPr algn="l">
              <a:defRPr sz="1500" b="0">
                <a:solidFill>
                  <a:srgbClr val="AFC1C9"/>
                </a:solidFill>
              </a:defRPr>
            </a:lvl7pPr>
            <a:lvl8pPr algn="l">
              <a:defRPr sz="1500" b="0">
                <a:solidFill>
                  <a:srgbClr val="AFC1C9"/>
                </a:solidFill>
              </a:defRPr>
            </a:lvl8pPr>
            <a:lvl9pPr algn="l">
              <a:defRPr sz="15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FC1C9"/>
                </a:solidFill>
              </a:defRPr>
            </a:pPr>
            <a:r>
              <a:rPr sz="1500" b="0">
                <a:solidFill>
                  <a:srgbClr val="AFC1C9"/>
                </a:solidFill>
              </a:rPr>
              <a:t>The tool proposes and checks. A person approves each migration step.</a:t>
            </a:r>
          </a:p>
        </p:txBody>
      </p:sp>
    </p:spTree>
    <p:extLst>
      <p:ext uri="{BB962C8B-B14F-4D97-AF65-F5344CB8AC3E}">
        <p14:creationId xmlns:p14="http://schemas.microsoft.com/office/powerpoint/2010/main" val="1818235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354F7A-837A-41A4-945B-6394E78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67913-09B0-4313-A069-1605AC6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Real data, honest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794C1-A646-4D81-BE32-685787B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CBEB5-1AD7-40AE-89FA-007E9F2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5F6FC-7655-48B8-9739-38C5157F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8E6E8"/>
                </a:solidFill>
              </a:defRPr>
            </a:defPPr>
            <a:lvl1pPr algn="l">
              <a:defRPr sz="1725" b="1">
                <a:solidFill>
                  <a:srgbClr val="D8E6E8"/>
                </a:solidFill>
              </a:defRPr>
            </a:lvl1pPr>
            <a:lvl2pPr algn="l">
              <a:defRPr sz="1725" b="1">
                <a:solidFill>
                  <a:srgbClr val="D8E6E8"/>
                </a:solidFill>
              </a:defRPr>
            </a:lvl2pPr>
            <a:lvl3pPr algn="l">
              <a:defRPr sz="1725" b="1">
                <a:solidFill>
                  <a:srgbClr val="D8E6E8"/>
                </a:solidFill>
              </a:defRPr>
            </a:lvl3pPr>
            <a:lvl4pPr algn="l">
              <a:defRPr sz="1725" b="1">
                <a:solidFill>
                  <a:srgbClr val="D8E6E8"/>
                </a:solidFill>
              </a:defRPr>
            </a:lvl4pPr>
            <a:lvl5pPr algn="l">
              <a:defRPr sz="1725" b="1">
                <a:solidFill>
                  <a:srgbClr val="D8E6E8"/>
                </a:solidFill>
              </a:defRPr>
            </a:lvl5pPr>
            <a:lvl6pPr algn="l">
              <a:defRPr sz="1725" b="1">
                <a:solidFill>
                  <a:srgbClr val="D8E6E8"/>
                </a:solidFill>
              </a:defRPr>
            </a:lvl6pPr>
            <a:lvl7pPr algn="l">
              <a:defRPr sz="1725" b="1">
                <a:solidFill>
                  <a:srgbClr val="D8E6E8"/>
                </a:solidFill>
              </a:defRPr>
            </a:lvl7pPr>
            <a:lvl8pPr algn="l">
              <a:defRPr sz="1725" b="1">
                <a:solidFill>
                  <a:srgbClr val="D8E6E8"/>
                </a:solidFill>
              </a:defRPr>
            </a:lvl8pPr>
            <a:lvl9pPr algn="l">
              <a:defRPr sz="1725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8E6E8"/>
                </a:solidFill>
              </a:defRPr>
            </a:pPr>
            <a:r>
              <a:rPr sz="1725" b="1">
                <a:solidFill>
                  <a:srgbClr val="D8E6E8"/>
                </a:solidFill>
              </a:rPr>
              <a:t>Use real public code; keep demo fixtures out of the measured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74C34-ED59-4F31-8E52-029916DE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FFB67-252F-4C24-9490-FCB122A0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3D9BC"/>
                </a:solidFill>
              </a:defRPr>
            </a:defPPr>
            <a:lvl1pPr algn="l">
              <a:defRPr sz="1125" b="1">
                <a:solidFill>
                  <a:srgbClr val="43D9BC"/>
                </a:solidFill>
              </a:defRPr>
            </a:lvl1pPr>
            <a:lvl2pPr algn="l">
              <a:defRPr sz="1125" b="1">
                <a:solidFill>
                  <a:srgbClr val="43D9BC"/>
                </a:solidFill>
              </a:defRPr>
            </a:lvl2pPr>
            <a:lvl3pPr algn="l">
              <a:defRPr sz="1125" b="1">
                <a:solidFill>
                  <a:srgbClr val="43D9BC"/>
                </a:solidFill>
              </a:defRPr>
            </a:lvl3pPr>
            <a:lvl4pPr algn="l">
              <a:defRPr sz="1125" b="1">
                <a:solidFill>
                  <a:srgbClr val="43D9BC"/>
                </a:solidFill>
              </a:defRPr>
            </a:lvl4pPr>
            <a:lvl5pPr algn="l">
              <a:defRPr sz="1125" b="1">
                <a:solidFill>
                  <a:srgbClr val="43D9BC"/>
                </a:solidFill>
              </a:defRPr>
            </a:lvl5pPr>
            <a:lvl6pPr algn="l">
              <a:defRPr sz="1125" b="1">
                <a:solidFill>
                  <a:srgbClr val="43D9BC"/>
                </a:solidFill>
              </a:defRPr>
            </a:lvl6pPr>
            <a:lvl7pPr algn="l">
              <a:defRPr sz="1125" b="1">
                <a:solidFill>
                  <a:srgbClr val="43D9BC"/>
                </a:solidFill>
              </a:defRPr>
            </a:lvl7pPr>
            <a:lvl8pPr algn="l">
              <a:defRPr sz="1125" b="1">
                <a:solidFill>
                  <a:srgbClr val="43D9BC"/>
                </a:solidFill>
              </a:defRPr>
            </a:lvl8pPr>
            <a:lvl9pPr algn="l">
              <a:defRPr sz="112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3D9BC"/>
                </a:solidFill>
              </a:defRPr>
            </a:pPr>
            <a:r>
              <a:rPr sz="1125" b="1">
                <a:solidFill>
                  <a:srgbClr val="43D9BC"/>
                </a:solidFill>
              </a:rPr>
              <a:t>LABELLED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B856A-348E-44A9-AA1A-61DAF7FE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2F6F5"/>
                </a:solidFill>
              </a:defRPr>
            </a:defPPr>
            <a:lvl1pPr algn="l">
              <a:defRPr sz="2175" b="1">
                <a:solidFill>
                  <a:srgbClr val="F2F6F5"/>
                </a:solidFill>
              </a:defRPr>
            </a:lvl1pPr>
            <a:lvl2pPr algn="l">
              <a:defRPr sz="2175" b="1">
                <a:solidFill>
                  <a:srgbClr val="F2F6F5"/>
                </a:solidFill>
              </a:defRPr>
            </a:lvl2pPr>
            <a:lvl3pPr algn="l">
              <a:defRPr sz="2175" b="1">
                <a:solidFill>
                  <a:srgbClr val="F2F6F5"/>
                </a:solidFill>
              </a:defRPr>
            </a:lvl3pPr>
            <a:lvl4pPr algn="l">
              <a:defRPr sz="2175" b="1">
                <a:solidFill>
                  <a:srgbClr val="F2F6F5"/>
                </a:solidFill>
              </a:defRPr>
            </a:lvl4pPr>
            <a:lvl5pPr algn="l">
              <a:defRPr sz="2175" b="1">
                <a:solidFill>
                  <a:srgbClr val="F2F6F5"/>
                </a:solidFill>
              </a:defRPr>
            </a:lvl5pPr>
            <a:lvl6pPr algn="l">
              <a:defRPr sz="2175" b="1">
                <a:solidFill>
                  <a:srgbClr val="F2F6F5"/>
                </a:solidFill>
              </a:defRPr>
            </a:lvl6pPr>
            <a:lvl7pPr algn="l">
              <a:defRPr sz="2175" b="1">
                <a:solidFill>
                  <a:srgbClr val="F2F6F5"/>
                </a:solidFill>
              </a:defRPr>
            </a:lvl7pPr>
            <a:lvl8pPr algn="l">
              <a:defRPr sz="2175" b="1">
                <a:solidFill>
                  <a:srgbClr val="F2F6F5"/>
                </a:solidFill>
              </a:defRPr>
            </a:lvl8pPr>
            <a:lvl9pPr algn="l">
              <a:defRPr sz="21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2F6F5"/>
                </a:solidFill>
              </a:defRPr>
            </a:pPr>
            <a:r>
              <a:rPr sz="2175" b="1">
                <a:solidFill>
                  <a:srgbClr val="F2F6F5"/>
                </a:solidFill>
              </a:rPr>
              <a:t>CryptoAPI-Bench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46F2-1A90-4953-8ADF-9CBBC6F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CF7D3-2968-497A-A866-2D472D7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171 Java test cases for crypto API misuse detection, including correct-use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3A281-32BB-48ED-9BD0-DFB9E4DA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43E42-B2FF-4565-85F3-AAED18C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Useful for checking API-pattern detection; narrow in language and scope.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9585B-3762-4523-A516-1A043540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43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C76B"/>
                </a:solidFill>
              </a:defRPr>
            </a:defPPr>
            <a:lvl1pPr algn="l">
              <a:defRPr sz="1125" b="1">
                <a:solidFill>
                  <a:srgbClr val="FFC76B"/>
                </a:solidFill>
              </a:defRPr>
            </a:lvl1pPr>
            <a:lvl2pPr algn="l">
              <a:defRPr sz="1125" b="1">
                <a:solidFill>
                  <a:srgbClr val="FFC76B"/>
                </a:solidFill>
              </a:defRPr>
            </a:lvl2pPr>
            <a:lvl3pPr algn="l">
              <a:defRPr sz="1125" b="1">
                <a:solidFill>
                  <a:srgbClr val="FFC76B"/>
                </a:solidFill>
              </a:defRPr>
            </a:lvl3pPr>
            <a:lvl4pPr algn="l">
              <a:defRPr sz="1125" b="1">
                <a:solidFill>
                  <a:srgbClr val="FFC76B"/>
                </a:solidFill>
              </a:defRPr>
            </a:lvl4pPr>
            <a:lvl5pPr algn="l">
              <a:defRPr sz="1125" b="1">
                <a:solidFill>
                  <a:srgbClr val="FFC76B"/>
                </a:solidFill>
              </a:defRPr>
            </a:lvl5pPr>
            <a:lvl6pPr algn="l">
              <a:defRPr sz="1125" b="1">
                <a:solidFill>
                  <a:srgbClr val="FFC76B"/>
                </a:solidFill>
              </a:defRPr>
            </a:lvl6pPr>
            <a:lvl7pPr algn="l">
              <a:defRPr sz="1125" b="1">
                <a:solidFill>
                  <a:srgbClr val="FFC76B"/>
                </a:solidFill>
              </a:defRPr>
            </a:lvl7pPr>
            <a:lvl8pPr algn="l">
              <a:defRPr sz="1125" b="1">
                <a:solidFill>
                  <a:srgbClr val="FFC76B"/>
                </a:solidFill>
              </a:defRPr>
            </a:lvl8pPr>
            <a:lvl9pPr algn="l">
              <a:defRPr sz="1125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C76B"/>
                </a:solidFill>
              </a:defRPr>
            </a:pPr>
            <a:r>
              <a:rPr sz="1125" b="1">
                <a:solidFill>
                  <a:srgbClr val="FFC76B"/>
                </a:solidFill>
              </a:rPr>
              <a:t>REAL REPOSITORY 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6B71A-E199-44D1-9DA6-53662404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2F6F5"/>
                </a:solidFill>
              </a:defRPr>
            </a:defPPr>
            <a:lvl1pPr algn="l">
              <a:defRPr sz="2175" b="1">
                <a:solidFill>
                  <a:srgbClr val="F2F6F5"/>
                </a:solidFill>
              </a:defRPr>
            </a:lvl1pPr>
            <a:lvl2pPr algn="l">
              <a:defRPr sz="2175" b="1">
                <a:solidFill>
                  <a:srgbClr val="F2F6F5"/>
                </a:solidFill>
              </a:defRPr>
            </a:lvl2pPr>
            <a:lvl3pPr algn="l">
              <a:defRPr sz="2175" b="1">
                <a:solidFill>
                  <a:srgbClr val="F2F6F5"/>
                </a:solidFill>
              </a:defRPr>
            </a:lvl3pPr>
            <a:lvl4pPr algn="l">
              <a:defRPr sz="2175" b="1">
                <a:solidFill>
                  <a:srgbClr val="F2F6F5"/>
                </a:solidFill>
              </a:defRPr>
            </a:lvl4pPr>
            <a:lvl5pPr algn="l">
              <a:defRPr sz="2175" b="1">
                <a:solidFill>
                  <a:srgbClr val="F2F6F5"/>
                </a:solidFill>
              </a:defRPr>
            </a:lvl5pPr>
            <a:lvl6pPr algn="l">
              <a:defRPr sz="2175" b="1">
                <a:solidFill>
                  <a:srgbClr val="F2F6F5"/>
                </a:solidFill>
              </a:defRPr>
            </a:lvl6pPr>
            <a:lvl7pPr algn="l">
              <a:defRPr sz="2175" b="1">
                <a:solidFill>
                  <a:srgbClr val="F2F6F5"/>
                </a:solidFill>
              </a:defRPr>
            </a:lvl7pPr>
            <a:lvl8pPr algn="l">
              <a:defRPr sz="2175" b="1">
                <a:solidFill>
                  <a:srgbClr val="F2F6F5"/>
                </a:solidFill>
              </a:defRPr>
            </a:lvl8pPr>
            <a:lvl9pPr algn="l">
              <a:defRPr sz="21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2F6F5"/>
                </a:solidFill>
              </a:defRPr>
            </a:pPr>
            <a:r>
              <a:rPr sz="2175" b="1">
                <a:solidFill>
                  <a:srgbClr val="F2F6F5"/>
                </a:solidFill>
              </a:rPr>
              <a:t>Pinned open-source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47B47-9C5D-418E-95DF-B847ADC3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7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3FA72-7951-4645-973E-C47F26D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956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Select source and config files; record repository, revision, license, and checksums.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F2609-F208-4897-BB19-6D5E833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7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B5E34-6CD7-4524-ACC8-2ECE9AB7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15290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Manually label a sample; a second teammate reviews labels.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7ABA3-F7C0-4342-9F78-A8A748B6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7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228D6-AC65-4BC3-984A-78B2D322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87680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Keep all files from one repo in one split to reduce leakage.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AED61-E7E2-4FA4-83E7-C9CF5AAA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FC1C9"/>
                </a:solidFill>
              </a:defRPr>
            </a:defPPr>
            <a:lvl1pPr algn="l">
              <a:defRPr sz="1125" b="0">
                <a:solidFill>
                  <a:srgbClr val="AFC1C9"/>
                </a:solidFill>
              </a:defRPr>
            </a:lvl1pPr>
            <a:lvl2pPr algn="l">
              <a:defRPr sz="1125" b="0">
                <a:solidFill>
                  <a:srgbClr val="AFC1C9"/>
                </a:solidFill>
              </a:defRPr>
            </a:lvl2pPr>
            <a:lvl3pPr algn="l">
              <a:defRPr sz="1125" b="0">
                <a:solidFill>
                  <a:srgbClr val="AFC1C9"/>
                </a:solidFill>
              </a:defRPr>
            </a:lvl3pPr>
            <a:lvl4pPr algn="l">
              <a:defRPr sz="1125" b="0">
                <a:solidFill>
                  <a:srgbClr val="AFC1C9"/>
                </a:solidFill>
              </a:defRPr>
            </a:lvl4pPr>
            <a:lvl5pPr algn="l">
              <a:defRPr sz="1125" b="0">
                <a:solidFill>
                  <a:srgbClr val="AFC1C9"/>
                </a:solidFill>
              </a:defRPr>
            </a:lvl5pPr>
            <a:lvl6pPr algn="l">
              <a:defRPr sz="1125" b="0">
                <a:solidFill>
                  <a:srgbClr val="AFC1C9"/>
                </a:solidFill>
              </a:defRPr>
            </a:lvl6pPr>
            <a:lvl7pPr algn="l">
              <a:defRPr sz="1125" b="0">
                <a:solidFill>
                  <a:srgbClr val="AFC1C9"/>
                </a:solidFill>
              </a:defRPr>
            </a:lvl7pPr>
            <a:lvl8pPr algn="l">
              <a:defRPr sz="1125" b="0">
                <a:solidFill>
                  <a:srgbClr val="AFC1C9"/>
                </a:solidFill>
              </a:defRPr>
            </a:lvl8pPr>
            <a:lvl9pPr algn="l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Limits: public code is not bank data; manual labels are team-reviewed, not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17247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3252B-6DBA-4411-A7D8-43802687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C2CCB-06A6-4288-9E16-80C7916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Migration recommendations depend on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C3183-90D9-40C2-A836-415A5B6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81154-DA6C-425D-90FF-166A397C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7E019-C752-4F30-81FA-AB8591B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8E6E8"/>
                </a:solidFill>
              </a:defRPr>
            </a:defPPr>
            <a:lvl1pPr algn="l">
              <a:defRPr sz="1725" b="1">
                <a:solidFill>
                  <a:srgbClr val="D8E6E8"/>
                </a:solidFill>
              </a:defRPr>
            </a:lvl1pPr>
            <a:lvl2pPr algn="l">
              <a:defRPr sz="1725" b="1">
                <a:solidFill>
                  <a:srgbClr val="D8E6E8"/>
                </a:solidFill>
              </a:defRPr>
            </a:lvl2pPr>
            <a:lvl3pPr algn="l">
              <a:defRPr sz="1725" b="1">
                <a:solidFill>
                  <a:srgbClr val="D8E6E8"/>
                </a:solidFill>
              </a:defRPr>
            </a:lvl3pPr>
            <a:lvl4pPr algn="l">
              <a:defRPr sz="1725" b="1">
                <a:solidFill>
                  <a:srgbClr val="D8E6E8"/>
                </a:solidFill>
              </a:defRPr>
            </a:lvl4pPr>
            <a:lvl5pPr algn="l">
              <a:defRPr sz="1725" b="1">
                <a:solidFill>
                  <a:srgbClr val="D8E6E8"/>
                </a:solidFill>
              </a:defRPr>
            </a:lvl5pPr>
            <a:lvl6pPr algn="l">
              <a:defRPr sz="1725" b="1">
                <a:solidFill>
                  <a:srgbClr val="D8E6E8"/>
                </a:solidFill>
              </a:defRPr>
            </a:lvl6pPr>
            <a:lvl7pPr algn="l">
              <a:defRPr sz="1725" b="1">
                <a:solidFill>
                  <a:srgbClr val="D8E6E8"/>
                </a:solidFill>
              </a:defRPr>
            </a:lvl7pPr>
            <a:lvl8pPr algn="l">
              <a:defRPr sz="1725" b="1">
                <a:solidFill>
                  <a:srgbClr val="D8E6E8"/>
                </a:solidFill>
              </a:defRPr>
            </a:lvl8pPr>
            <a:lvl9pPr algn="l">
              <a:defRPr sz="1725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8E6E8"/>
                </a:solidFill>
              </a:defRPr>
            </a:pPr>
            <a:r>
              <a:rPr sz="1725" b="1">
                <a:solidFill>
                  <a:srgbClr val="D8E6E8"/>
                </a:solidFill>
              </a:rPr>
              <a:t>An algorithm name is not enough to choose a replacement.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983D8-D456-4F6A-A599-2BE74BD9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4857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FA0A4-8D32-4272-9564-91C9FC6E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7B9F4"/>
                </a:solidFill>
              </a:defRPr>
            </a:defPPr>
            <a:lvl1pPr algn="l">
              <a:defRPr sz="1125" b="1">
                <a:solidFill>
                  <a:srgbClr val="77B9F4"/>
                </a:solidFill>
              </a:defRPr>
            </a:lvl1pPr>
            <a:lvl2pPr algn="l">
              <a:defRPr sz="1125" b="1">
                <a:solidFill>
                  <a:srgbClr val="77B9F4"/>
                </a:solidFill>
              </a:defRPr>
            </a:lvl2pPr>
            <a:lvl3pPr algn="l">
              <a:defRPr sz="1125" b="1">
                <a:solidFill>
                  <a:srgbClr val="77B9F4"/>
                </a:solidFill>
              </a:defRPr>
            </a:lvl3pPr>
            <a:lvl4pPr algn="l">
              <a:defRPr sz="1125" b="1">
                <a:solidFill>
                  <a:srgbClr val="77B9F4"/>
                </a:solidFill>
              </a:defRPr>
            </a:lvl4pPr>
            <a:lvl5pPr algn="l">
              <a:defRPr sz="1125" b="1">
                <a:solidFill>
                  <a:srgbClr val="77B9F4"/>
                </a:solidFill>
              </a:defRPr>
            </a:lvl5pPr>
            <a:lvl6pPr algn="l">
              <a:defRPr sz="1125" b="1">
                <a:solidFill>
                  <a:srgbClr val="77B9F4"/>
                </a:solidFill>
              </a:defRPr>
            </a:lvl6pPr>
            <a:lvl7pPr algn="l">
              <a:defRPr sz="1125" b="1">
                <a:solidFill>
                  <a:srgbClr val="77B9F4"/>
                </a:solidFill>
              </a:defRPr>
            </a:lvl7pPr>
            <a:lvl8pPr algn="l">
              <a:defRPr sz="1125" b="1">
                <a:solidFill>
                  <a:srgbClr val="77B9F4"/>
                </a:solidFill>
              </a:defRPr>
            </a:lvl8pPr>
            <a:lvl9pPr algn="l">
              <a:defRPr sz="1125" b="1">
                <a:solidFill>
                  <a:srgbClr val="77B9F4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7B9F4"/>
                </a:solidFill>
              </a:defRPr>
            </a:pPr>
            <a:r>
              <a:rPr sz="1125" b="1">
                <a:solidFill>
                  <a:srgbClr val="77B9F4"/>
                </a:solidFill>
              </a:rPr>
              <a:t>KEY ESTABLISHMENT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CC4FF-E759-44DF-A810-CF6258A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Example signal: RSA/ECDH key agreement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9840D-FC81-44EB-8730-0E11280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33775"/>
            <a:ext cx="422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583D6-DD1D-459D-AD9A-F78CB32E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77B9F4"/>
                </a:solidFill>
              </a:defRPr>
            </a:defPPr>
            <a:lvl1pPr algn="l">
              <a:defRPr sz="1650" b="1">
                <a:solidFill>
                  <a:srgbClr val="77B9F4"/>
                </a:solidFill>
              </a:defRPr>
            </a:lvl1pPr>
            <a:lvl2pPr algn="l">
              <a:defRPr sz="1650" b="1">
                <a:solidFill>
                  <a:srgbClr val="77B9F4"/>
                </a:solidFill>
              </a:defRPr>
            </a:lvl2pPr>
            <a:lvl3pPr algn="l">
              <a:defRPr sz="1650" b="1">
                <a:solidFill>
                  <a:srgbClr val="77B9F4"/>
                </a:solidFill>
              </a:defRPr>
            </a:lvl3pPr>
            <a:lvl4pPr algn="l">
              <a:defRPr sz="1650" b="1">
                <a:solidFill>
                  <a:srgbClr val="77B9F4"/>
                </a:solidFill>
              </a:defRPr>
            </a:lvl4pPr>
            <a:lvl5pPr algn="l">
              <a:defRPr sz="1650" b="1">
                <a:solidFill>
                  <a:srgbClr val="77B9F4"/>
                </a:solidFill>
              </a:defRPr>
            </a:lvl5pPr>
            <a:lvl6pPr algn="l">
              <a:defRPr sz="1650" b="1">
                <a:solidFill>
                  <a:srgbClr val="77B9F4"/>
                </a:solidFill>
              </a:defRPr>
            </a:lvl6pPr>
            <a:lvl7pPr algn="l">
              <a:defRPr sz="1650" b="1">
                <a:solidFill>
                  <a:srgbClr val="77B9F4"/>
                </a:solidFill>
              </a:defRPr>
            </a:lvl7pPr>
            <a:lvl8pPr algn="l">
              <a:defRPr sz="1650" b="1">
                <a:solidFill>
                  <a:srgbClr val="77B9F4"/>
                </a:solidFill>
              </a:defRPr>
            </a:lvl8pPr>
            <a:lvl9pPr algn="l">
              <a:defRPr sz="1650" b="1">
                <a:solidFill>
                  <a:srgbClr val="77B9F4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7B9F4"/>
                </a:solidFill>
              </a:defRPr>
            </a:pPr>
            <a:r>
              <a:rPr sz="1650" b="1">
                <a:solidFill>
                  <a:srgbClr val="77B9F4"/>
                </a:solidFill>
              </a:rPr>
              <a:t>Candidate to assess: ML-KEM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0E811-AA15-435E-AF79-C5C15602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FC1C9"/>
                </a:solidFill>
              </a:defRPr>
            </a:defPPr>
            <a:lvl1pPr algn="l">
              <a:defRPr sz="1125" b="0">
                <a:solidFill>
                  <a:srgbClr val="AFC1C9"/>
                </a:solidFill>
              </a:defRPr>
            </a:lvl1pPr>
            <a:lvl2pPr algn="l">
              <a:defRPr sz="1125" b="0">
                <a:solidFill>
                  <a:srgbClr val="AFC1C9"/>
                </a:solidFill>
              </a:defRPr>
            </a:lvl2pPr>
            <a:lvl3pPr algn="l">
              <a:defRPr sz="1125" b="0">
                <a:solidFill>
                  <a:srgbClr val="AFC1C9"/>
                </a:solidFill>
              </a:defRPr>
            </a:lvl3pPr>
            <a:lvl4pPr algn="l">
              <a:defRPr sz="1125" b="0">
                <a:solidFill>
                  <a:srgbClr val="AFC1C9"/>
                </a:solidFill>
              </a:defRPr>
            </a:lvl4pPr>
            <a:lvl5pPr algn="l">
              <a:defRPr sz="1125" b="0">
                <a:solidFill>
                  <a:srgbClr val="AFC1C9"/>
                </a:solidFill>
              </a:defRPr>
            </a:lvl5pPr>
            <a:lvl6pPr algn="l">
              <a:defRPr sz="1125" b="0">
                <a:solidFill>
                  <a:srgbClr val="AFC1C9"/>
                </a:solidFill>
              </a:defRPr>
            </a:lvl6pPr>
            <a:lvl7pPr algn="l">
              <a:defRPr sz="1125" b="0">
                <a:solidFill>
                  <a:srgbClr val="AFC1C9"/>
                </a:solidFill>
              </a:defRPr>
            </a:lvl7pPr>
            <a:lvl8pPr algn="l">
              <a:defRPr sz="1125" b="0">
                <a:solidFill>
                  <a:srgbClr val="AFC1C9"/>
                </a:solidFill>
              </a:defRPr>
            </a:lvl8pPr>
            <a:lvl9pPr algn="l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Check protocol support, interoperability, and rollout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8D281-DA60-4517-A9B7-38CC5E59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857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0C2738"/>
          </a:solidFill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79BA5-033F-4005-8E12-F55BB021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C76B"/>
                </a:solidFill>
              </a:defRPr>
            </a:defPPr>
            <a:lvl1pPr algn="l">
              <a:defRPr sz="1125" b="1">
                <a:solidFill>
                  <a:srgbClr val="FFC76B"/>
                </a:solidFill>
              </a:defRPr>
            </a:lvl1pPr>
            <a:lvl2pPr algn="l">
              <a:defRPr sz="1125" b="1">
                <a:solidFill>
                  <a:srgbClr val="FFC76B"/>
                </a:solidFill>
              </a:defRPr>
            </a:lvl2pPr>
            <a:lvl3pPr algn="l">
              <a:defRPr sz="1125" b="1">
                <a:solidFill>
                  <a:srgbClr val="FFC76B"/>
                </a:solidFill>
              </a:defRPr>
            </a:lvl3pPr>
            <a:lvl4pPr algn="l">
              <a:defRPr sz="1125" b="1">
                <a:solidFill>
                  <a:srgbClr val="FFC76B"/>
                </a:solidFill>
              </a:defRPr>
            </a:lvl4pPr>
            <a:lvl5pPr algn="l">
              <a:defRPr sz="1125" b="1">
                <a:solidFill>
                  <a:srgbClr val="FFC76B"/>
                </a:solidFill>
              </a:defRPr>
            </a:lvl5pPr>
            <a:lvl6pPr algn="l">
              <a:defRPr sz="1125" b="1">
                <a:solidFill>
                  <a:srgbClr val="FFC76B"/>
                </a:solidFill>
              </a:defRPr>
            </a:lvl6pPr>
            <a:lvl7pPr algn="l">
              <a:defRPr sz="1125" b="1">
                <a:solidFill>
                  <a:srgbClr val="FFC76B"/>
                </a:solidFill>
              </a:defRPr>
            </a:lvl7pPr>
            <a:lvl8pPr algn="l">
              <a:defRPr sz="1125" b="1">
                <a:solidFill>
                  <a:srgbClr val="FFC76B"/>
                </a:solidFill>
              </a:defRPr>
            </a:lvl8pPr>
            <a:lvl9pPr algn="l">
              <a:defRPr sz="1125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C76B"/>
                </a:solidFill>
              </a:defRPr>
            </a:pPr>
            <a:r>
              <a:rPr sz="1125" b="1">
                <a:solidFill>
                  <a:srgbClr val="FFC76B"/>
                </a:solidFill>
              </a:rPr>
              <a:t>DIGITAL SIGNATURE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4DEB7-58A8-494A-8F72-33496AF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575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Example signal: RSA/ECDSA sign or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AACAF-CA89-4599-9057-F80CEB7B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33775"/>
            <a:ext cx="422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19D78-6F90-4C03-92B7-3AE4683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05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C76B"/>
                </a:solidFill>
              </a:defRPr>
            </a:defPPr>
            <a:lvl1pPr algn="l">
              <a:defRPr sz="1650" b="1">
                <a:solidFill>
                  <a:srgbClr val="FFC76B"/>
                </a:solidFill>
              </a:defRPr>
            </a:lvl1pPr>
            <a:lvl2pPr algn="l">
              <a:defRPr sz="1650" b="1">
                <a:solidFill>
                  <a:srgbClr val="FFC76B"/>
                </a:solidFill>
              </a:defRPr>
            </a:lvl2pPr>
            <a:lvl3pPr algn="l">
              <a:defRPr sz="1650" b="1">
                <a:solidFill>
                  <a:srgbClr val="FFC76B"/>
                </a:solidFill>
              </a:defRPr>
            </a:lvl3pPr>
            <a:lvl4pPr algn="l">
              <a:defRPr sz="1650" b="1">
                <a:solidFill>
                  <a:srgbClr val="FFC76B"/>
                </a:solidFill>
              </a:defRPr>
            </a:lvl4pPr>
            <a:lvl5pPr algn="l">
              <a:defRPr sz="1650" b="1">
                <a:solidFill>
                  <a:srgbClr val="FFC76B"/>
                </a:solidFill>
              </a:defRPr>
            </a:lvl5pPr>
            <a:lvl6pPr algn="l">
              <a:defRPr sz="1650" b="1">
                <a:solidFill>
                  <a:srgbClr val="FFC76B"/>
                </a:solidFill>
              </a:defRPr>
            </a:lvl6pPr>
            <a:lvl7pPr algn="l">
              <a:defRPr sz="1650" b="1">
                <a:solidFill>
                  <a:srgbClr val="FFC76B"/>
                </a:solidFill>
              </a:defRPr>
            </a:lvl7pPr>
            <a:lvl8pPr algn="l">
              <a:defRPr sz="1650" b="1">
                <a:solidFill>
                  <a:srgbClr val="FFC76B"/>
                </a:solidFill>
              </a:defRPr>
            </a:lvl8pPr>
            <a:lvl9pPr algn="l">
              <a:defRPr sz="165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76B"/>
                </a:solidFill>
              </a:defRPr>
            </a:pPr>
            <a:r>
              <a:rPr sz="1650" b="1">
                <a:solidFill>
                  <a:srgbClr val="FFC76B"/>
                </a:solidFill>
              </a:rPr>
              <a:t>Candidate to assess: ML-DSA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DCDB0-863B-4111-A074-5A9E9117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671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FC1C9"/>
                </a:solidFill>
              </a:defRPr>
            </a:defPPr>
            <a:lvl1pPr algn="l">
              <a:defRPr sz="1125" b="0">
                <a:solidFill>
                  <a:srgbClr val="AFC1C9"/>
                </a:solidFill>
              </a:defRPr>
            </a:lvl1pPr>
            <a:lvl2pPr algn="l">
              <a:defRPr sz="1125" b="0">
                <a:solidFill>
                  <a:srgbClr val="AFC1C9"/>
                </a:solidFill>
              </a:defRPr>
            </a:lvl2pPr>
            <a:lvl3pPr algn="l">
              <a:defRPr sz="1125" b="0">
                <a:solidFill>
                  <a:srgbClr val="AFC1C9"/>
                </a:solidFill>
              </a:defRPr>
            </a:lvl3pPr>
            <a:lvl4pPr algn="l">
              <a:defRPr sz="1125" b="0">
                <a:solidFill>
                  <a:srgbClr val="AFC1C9"/>
                </a:solidFill>
              </a:defRPr>
            </a:lvl4pPr>
            <a:lvl5pPr algn="l">
              <a:defRPr sz="1125" b="0">
                <a:solidFill>
                  <a:srgbClr val="AFC1C9"/>
                </a:solidFill>
              </a:defRPr>
            </a:lvl5pPr>
            <a:lvl6pPr algn="l">
              <a:defRPr sz="1125" b="0">
                <a:solidFill>
                  <a:srgbClr val="AFC1C9"/>
                </a:solidFill>
              </a:defRPr>
            </a:lvl6pPr>
            <a:lvl7pPr algn="l">
              <a:defRPr sz="1125" b="0">
                <a:solidFill>
                  <a:srgbClr val="AFC1C9"/>
                </a:solidFill>
              </a:defRPr>
            </a:lvl7pPr>
            <a:lvl8pPr algn="l">
              <a:defRPr sz="1125" b="0">
                <a:solidFill>
                  <a:srgbClr val="AFC1C9"/>
                </a:solidFill>
              </a:defRPr>
            </a:lvl8pPr>
            <a:lvl9pPr algn="l">
              <a:defRPr sz="112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FC1C9"/>
                </a:solidFill>
              </a:defRPr>
            </a:pPr>
            <a:r>
              <a:rPr sz="1125" b="0">
                <a:solidFill>
                  <a:srgbClr val="AFC1C9"/>
                </a:solidFill>
              </a:rPr>
              <a:t>Check certificate chain, key storage, peer support, and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3C2F6-CCE2-4AA9-8C9D-AB7F019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43D9BC"/>
                </a:solidFill>
              </a:defRPr>
            </a:defPPr>
            <a:lvl1pPr algn="l">
              <a:defRPr sz="1425" b="1">
                <a:solidFill>
                  <a:srgbClr val="43D9BC"/>
                </a:solidFill>
              </a:defRPr>
            </a:lvl1pPr>
            <a:lvl2pPr algn="l">
              <a:defRPr sz="1425" b="1">
                <a:solidFill>
                  <a:srgbClr val="43D9BC"/>
                </a:solidFill>
              </a:defRPr>
            </a:lvl2pPr>
            <a:lvl3pPr algn="l">
              <a:defRPr sz="1425" b="1">
                <a:solidFill>
                  <a:srgbClr val="43D9BC"/>
                </a:solidFill>
              </a:defRPr>
            </a:lvl3pPr>
            <a:lvl4pPr algn="l">
              <a:defRPr sz="1425" b="1">
                <a:solidFill>
                  <a:srgbClr val="43D9BC"/>
                </a:solidFill>
              </a:defRPr>
            </a:lvl4pPr>
            <a:lvl5pPr algn="l">
              <a:defRPr sz="1425" b="1">
                <a:solidFill>
                  <a:srgbClr val="43D9BC"/>
                </a:solidFill>
              </a:defRPr>
            </a:lvl5pPr>
            <a:lvl6pPr algn="l">
              <a:defRPr sz="1425" b="1">
                <a:solidFill>
                  <a:srgbClr val="43D9BC"/>
                </a:solidFill>
              </a:defRPr>
            </a:lvl6pPr>
            <a:lvl7pPr algn="l">
              <a:defRPr sz="1425" b="1">
                <a:solidFill>
                  <a:srgbClr val="43D9BC"/>
                </a:solidFill>
              </a:defRPr>
            </a:lvl7pPr>
            <a:lvl8pPr algn="l">
              <a:defRPr sz="1425" b="1">
                <a:solidFill>
                  <a:srgbClr val="43D9BC"/>
                </a:solidFill>
              </a:defRPr>
            </a:lvl8pPr>
            <a:lvl9pPr algn="l">
              <a:defRPr sz="142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3D9BC"/>
                </a:solidFill>
              </a:defRPr>
            </a:pPr>
            <a:r>
              <a:rPr sz="1425" b="1">
                <a:solidFill>
                  <a:srgbClr val="43D9BC"/>
                </a:solidFill>
              </a:rPr>
              <a:t>These are candidate mappings, not automatic substitutions or security claims.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37F67-7660-4233-91FE-6FE26EBA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FC1C9"/>
                </a:solidFill>
              </a:defRPr>
            </a:defPPr>
            <a:lvl1pPr algn="l">
              <a:defRPr sz="1350" b="0">
                <a:solidFill>
                  <a:srgbClr val="AFC1C9"/>
                </a:solidFill>
              </a:defRPr>
            </a:lvl1pPr>
            <a:lvl2pPr algn="l">
              <a:defRPr sz="1350" b="0">
                <a:solidFill>
                  <a:srgbClr val="AFC1C9"/>
                </a:solidFill>
              </a:defRPr>
            </a:lvl2pPr>
            <a:lvl3pPr algn="l">
              <a:defRPr sz="1350" b="0">
                <a:solidFill>
                  <a:srgbClr val="AFC1C9"/>
                </a:solidFill>
              </a:defRPr>
            </a:lvl3pPr>
            <a:lvl4pPr algn="l">
              <a:defRPr sz="1350" b="0">
                <a:solidFill>
                  <a:srgbClr val="AFC1C9"/>
                </a:solidFill>
              </a:defRPr>
            </a:lvl4pPr>
            <a:lvl5pPr algn="l">
              <a:defRPr sz="1350" b="0">
                <a:solidFill>
                  <a:srgbClr val="AFC1C9"/>
                </a:solidFill>
              </a:defRPr>
            </a:lvl5pPr>
            <a:lvl6pPr algn="l">
              <a:defRPr sz="1350" b="0">
                <a:solidFill>
                  <a:srgbClr val="AFC1C9"/>
                </a:solidFill>
              </a:defRPr>
            </a:lvl6pPr>
            <a:lvl7pPr algn="l">
              <a:defRPr sz="1350" b="0">
                <a:solidFill>
                  <a:srgbClr val="AFC1C9"/>
                </a:solidFill>
              </a:defRPr>
            </a:lvl7pPr>
            <a:lvl8pPr algn="l">
              <a:defRPr sz="1350" b="0">
                <a:solidFill>
                  <a:srgbClr val="AFC1C9"/>
                </a:solidFill>
              </a:defRPr>
            </a:lvl8pPr>
            <a:lvl9pPr algn="l">
              <a:defRPr sz="135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FC1C9"/>
                </a:solidFill>
              </a:defRPr>
            </a:pPr>
            <a:r>
              <a:rPr sz="1350" b="0">
                <a:solidFill>
                  <a:srgbClr val="AFC1C9"/>
                </a:solidFill>
              </a:rPr>
              <a:t>The scanner records evidence; the migration plan states assumptions and open questions.</a:t>
            </a:r>
          </a:p>
        </p:txBody>
      </p:sp>
    </p:spTree>
    <p:extLst>
      <p:ext uri="{BB962C8B-B14F-4D97-AF65-F5344CB8AC3E}">
        <p14:creationId xmlns:p14="http://schemas.microsoft.com/office/powerpoint/2010/main" val="487319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D2721-E0C6-4689-9FDC-FB7232C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995F1-A92B-49CC-B7EC-BC2A6DF1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Verification gates before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4C733-8F53-4C41-AE7C-DED02FD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BD30B-B047-4C27-870A-132B41BB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5214E-B5BE-498E-986A-9DF6CB17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8E6E8"/>
                </a:solidFill>
              </a:defRPr>
            </a:defPPr>
            <a:lvl1pPr algn="l">
              <a:defRPr sz="1725" b="1">
                <a:solidFill>
                  <a:srgbClr val="D8E6E8"/>
                </a:solidFill>
              </a:defRPr>
            </a:lvl1pPr>
            <a:lvl2pPr algn="l">
              <a:defRPr sz="1725" b="1">
                <a:solidFill>
                  <a:srgbClr val="D8E6E8"/>
                </a:solidFill>
              </a:defRPr>
            </a:lvl2pPr>
            <a:lvl3pPr algn="l">
              <a:defRPr sz="1725" b="1">
                <a:solidFill>
                  <a:srgbClr val="D8E6E8"/>
                </a:solidFill>
              </a:defRPr>
            </a:lvl3pPr>
            <a:lvl4pPr algn="l">
              <a:defRPr sz="1725" b="1">
                <a:solidFill>
                  <a:srgbClr val="D8E6E8"/>
                </a:solidFill>
              </a:defRPr>
            </a:lvl4pPr>
            <a:lvl5pPr algn="l">
              <a:defRPr sz="1725" b="1">
                <a:solidFill>
                  <a:srgbClr val="D8E6E8"/>
                </a:solidFill>
              </a:defRPr>
            </a:lvl5pPr>
            <a:lvl6pPr algn="l">
              <a:defRPr sz="1725" b="1">
                <a:solidFill>
                  <a:srgbClr val="D8E6E8"/>
                </a:solidFill>
              </a:defRPr>
            </a:lvl6pPr>
            <a:lvl7pPr algn="l">
              <a:defRPr sz="1725" b="1">
                <a:solidFill>
                  <a:srgbClr val="D8E6E8"/>
                </a:solidFill>
              </a:defRPr>
            </a:lvl7pPr>
            <a:lvl8pPr algn="l">
              <a:defRPr sz="1725" b="1">
                <a:solidFill>
                  <a:srgbClr val="D8E6E8"/>
                </a:solidFill>
              </a:defRPr>
            </a:lvl8pPr>
            <a:lvl9pPr algn="l">
              <a:defRPr sz="1725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8E6E8"/>
                </a:solidFill>
              </a:defRPr>
            </a:pPr>
            <a:r>
              <a:rPr sz="1725" b="1">
                <a:solidFill>
                  <a:srgbClr val="D8E6E8"/>
                </a:solidFill>
              </a:rPr>
              <a:t>A migration step is ready only when its checks pass and rollback is prepared.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6F4D1-A94F-4C65-B4AF-B98CFB5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43D9BC"/>
                </a:solidFill>
              </a:defRPr>
            </a:defPPr>
            <a:lvl1pPr algn="l">
              <a:defRPr sz="1500" b="1">
                <a:solidFill>
                  <a:srgbClr val="43D9BC"/>
                </a:solidFill>
              </a:defRPr>
            </a:lvl1pPr>
            <a:lvl2pPr algn="l">
              <a:defRPr sz="1500" b="1">
                <a:solidFill>
                  <a:srgbClr val="43D9BC"/>
                </a:solidFill>
              </a:defRPr>
            </a:lvl2pPr>
            <a:lvl3pPr algn="l">
              <a:defRPr sz="1500" b="1">
                <a:solidFill>
                  <a:srgbClr val="43D9BC"/>
                </a:solidFill>
              </a:defRPr>
            </a:lvl3pPr>
            <a:lvl4pPr algn="l">
              <a:defRPr sz="1500" b="1">
                <a:solidFill>
                  <a:srgbClr val="43D9BC"/>
                </a:solidFill>
              </a:defRPr>
            </a:lvl4pPr>
            <a:lvl5pPr algn="l">
              <a:defRPr sz="1500" b="1">
                <a:solidFill>
                  <a:srgbClr val="43D9BC"/>
                </a:solidFill>
              </a:defRPr>
            </a:lvl5pPr>
            <a:lvl6pPr algn="l">
              <a:defRPr sz="1500" b="1">
                <a:solidFill>
                  <a:srgbClr val="43D9BC"/>
                </a:solidFill>
              </a:defRPr>
            </a:lvl6pPr>
            <a:lvl7pPr algn="l">
              <a:defRPr sz="1500" b="1">
                <a:solidFill>
                  <a:srgbClr val="43D9BC"/>
                </a:solidFill>
              </a:defRPr>
            </a:lvl7pPr>
            <a:lvl8pPr algn="l">
              <a:defRPr sz="1500" b="1">
                <a:solidFill>
                  <a:srgbClr val="43D9BC"/>
                </a:solidFill>
              </a:defRPr>
            </a:lvl8pPr>
            <a:lvl9pPr algn="l">
              <a:defRPr sz="150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3D9BC"/>
                </a:solidFill>
              </a:defRPr>
            </a:pPr>
            <a:r>
              <a:rPr sz="1500" b="1">
                <a:solidFill>
                  <a:srgbClr val="43D9B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26923-658A-4690-9B68-0342E735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Compatibility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5AD9E-1A53-4C79-A1C0-996A627C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FC1C9"/>
                </a:solidFill>
              </a:defRPr>
            </a:defPPr>
            <a:lvl1pPr algn="l">
              <a:defRPr sz="1350" b="0">
                <a:solidFill>
                  <a:srgbClr val="AFC1C9"/>
                </a:solidFill>
              </a:defRPr>
            </a:lvl1pPr>
            <a:lvl2pPr algn="l">
              <a:defRPr sz="1350" b="0">
                <a:solidFill>
                  <a:srgbClr val="AFC1C9"/>
                </a:solidFill>
              </a:defRPr>
            </a:lvl2pPr>
            <a:lvl3pPr algn="l">
              <a:defRPr sz="1350" b="0">
                <a:solidFill>
                  <a:srgbClr val="AFC1C9"/>
                </a:solidFill>
              </a:defRPr>
            </a:lvl3pPr>
            <a:lvl4pPr algn="l">
              <a:defRPr sz="1350" b="0">
                <a:solidFill>
                  <a:srgbClr val="AFC1C9"/>
                </a:solidFill>
              </a:defRPr>
            </a:lvl4pPr>
            <a:lvl5pPr algn="l">
              <a:defRPr sz="1350" b="0">
                <a:solidFill>
                  <a:srgbClr val="AFC1C9"/>
                </a:solidFill>
              </a:defRPr>
            </a:lvl5pPr>
            <a:lvl6pPr algn="l">
              <a:defRPr sz="1350" b="0">
                <a:solidFill>
                  <a:srgbClr val="AFC1C9"/>
                </a:solidFill>
              </a:defRPr>
            </a:lvl6pPr>
            <a:lvl7pPr algn="l">
              <a:defRPr sz="1350" b="0">
                <a:solidFill>
                  <a:srgbClr val="AFC1C9"/>
                </a:solidFill>
              </a:defRPr>
            </a:lvl7pPr>
            <a:lvl8pPr algn="l">
              <a:defRPr sz="1350" b="0">
                <a:solidFill>
                  <a:srgbClr val="AFC1C9"/>
                </a:solidFill>
              </a:defRPr>
            </a:lvl8pPr>
            <a:lvl9pPr algn="l">
              <a:defRPr sz="135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FC1C9"/>
                </a:solidFill>
              </a:defRPr>
            </a:pPr>
            <a:r>
              <a:rPr sz="1350" b="0">
                <a:solidFill>
                  <a:srgbClr val="AFC1C9"/>
                </a:solidFill>
              </a:rPr>
              <a:t>Peers, certificates, and dependent services accept the planned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BE77E-59BE-4F80-84BC-C7C1D777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ABE54-4ED5-4670-9827-E2154BD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43D9BC"/>
                </a:solidFill>
              </a:defRPr>
            </a:defPPr>
            <a:lvl1pPr algn="l">
              <a:defRPr sz="1500" b="1">
                <a:solidFill>
                  <a:srgbClr val="43D9BC"/>
                </a:solidFill>
              </a:defRPr>
            </a:lvl1pPr>
            <a:lvl2pPr algn="l">
              <a:defRPr sz="1500" b="1">
                <a:solidFill>
                  <a:srgbClr val="43D9BC"/>
                </a:solidFill>
              </a:defRPr>
            </a:lvl2pPr>
            <a:lvl3pPr algn="l">
              <a:defRPr sz="1500" b="1">
                <a:solidFill>
                  <a:srgbClr val="43D9BC"/>
                </a:solidFill>
              </a:defRPr>
            </a:lvl3pPr>
            <a:lvl4pPr algn="l">
              <a:defRPr sz="1500" b="1">
                <a:solidFill>
                  <a:srgbClr val="43D9BC"/>
                </a:solidFill>
              </a:defRPr>
            </a:lvl4pPr>
            <a:lvl5pPr algn="l">
              <a:defRPr sz="1500" b="1">
                <a:solidFill>
                  <a:srgbClr val="43D9BC"/>
                </a:solidFill>
              </a:defRPr>
            </a:lvl5pPr>
            <a:lvl6pPr algn="l">
              <a:defRPr sz="1500" b="1">
                <a:solidFill>
                  <a:srgbClr val="43D9BC"/>
                </a:solidFill>
              </a:defRPr>
            </a:lvl6pPr>
            <a:lvl7pPr algn="l">
              <a:defRPr sz="1500" b="1">
                <a:solidFill>
                  <a:srgbClr val="43D9BC"/>
                </a:solidFill>
              </a:defRPr>
            </a:lvl7pPr>
            <a:lvl8pPr algn="l">
              <a:defRPr sz="1500" b="1">
                <a:solidFill>
                  <a:srgbClr val="43D9BC"/>
                </a:solidFill>
              </a:defRPr>
            </a:lvl8pPr>
            <a:lvl9pPr algn="l">
              <a:defRPr sz="150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3D9BC"/>
                </a:solidFill>
              </a:defRPr>
            </a:pPr>
            <a:r>
              <a:rPr sz="1500" b="1">
                <a:solidFill>
                  <a:srgbClr val="43D9B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BBEA2-F666-48FF-AB4B-802119AA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Protocol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D98AF-21D2-418F-9F9F-F507757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337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FC1C9"/>
                </a:solidFill>
              </a:defRPr>
            </a:defPPr>
            <a:lvl1pPr algn="l">
              <a:defRPr sz="1350" b="0">
                <a:solidFill>
                  <a:srgbClr val="AFC1C9"/>
                </a:solidFill>
              </a:defRPr>
            </a:lvl1pPr>
            <a:lvl2pPr algn="l">
              <a:defRPr sz="1350" b="0">
                <a:solidFill>
                  <a:srgbClr val="AFC1C9"/>
                </a:solidFill>
              </a:defRPr>
            </a:lvl2pPr>
            <a:lvl3pPr algn="l">
              <a:defRPr sz="1350" b="0">
                <a:solidFill>
                  <a:srgbClr val="AFC1C9"/>
                </a:solidFill>
              </a:defRPr>
            </a:lvl3pPr>
            <a:lvl4pPr algn="l">
              <a:defRPr sz="1350" b="0">
                <a:solidFill>
                  <a:srgbClr val="AFC1C9"/>
                </a:solidFill>
              </a:defRPr>
            </a:lvl4pPr>
            <a:lvl5pPr algn="l">
              <a:defRPr sz="1350" b="0">
                <a:solidFill>
                  <a:srgbClr val="AFC1C9"/>
                </a:solidFill>
              </a:defRPr>
            </a:lvl5pPr>
            <a:lvl6pPr algn="l">
              <a:defRPr sz="1350" b="0">
                <a:solidFill>
                  <a:srgbClr val="AFC1C9"/>
                </a:solidFill>
              </a:defRPr>
            </a:lvl6pPr>
            <a:lvl7pPr algn="l">
              <a:defRPr sz="1350" b="0">
                <a:solidFill>
                  <a:srgbClr val="AFC1C9"/>
                </a:solidFill>
              </a:defRPr>
            </a:lvl7pPr>
            <a:lvl8pPr algn="l">
              <a:defRPr sz="1350" b="0">
                <a:solidFill>
                  <a:srgbClr val="AFC1C9"/>
                </a:solidFill>
              </a:defRPr>
            </a:lvl8pPr>
            <a:lvl9pPr algn="l">
              <a:defRPr sz="135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FC1C9"/>
                </a:solidFill>
              </a:defRPr>
            </a:pPr>
            <a:r>
              <a:rPr sz="1350" b="0">
                <a:solidFill>
                  <a:srgbClr val="AFC1C9"/>
                </a:solidFill>
              </a:rPr>
              <a:t>Valid exchanges pass; tampered or incompatible cases fail safely.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3C8CA-A5A6-4C2D-A14A-76E5B566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24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9DA90-BD2A-4E8E-9BE2-071B596A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43D9BC"/>
                </a:solidFill>
              </a:defRPr>
            </a:defPPr>
            <a:lvl1pPr algn="l">
              <a:defRPr sz="1500" b="1">
                <a:solidFill>
                  <a:srgbClr val="43D9BC"/>
                </a:solidFill>
              </a:defRPr>
            </a:lvl1pPr>
            <a:lvl2pPr algn="l">
              <a:defRPr sz="1500" b="1">
                <a:solidFill>
                  <a:srgbClr val="43D9BC"/>
                </a:solidFill>
              </a:defRPr>
            </a:lvl2pPr>
            <a:lvl3pPr algn="l">
              <a:defRPr sz="1500" b="1">
                <a:solidFill>
                  <a:srgbClr val="43D9BC"/>
                </a:solidFill>
              </a:defRPr>
            </a:lvl3pPr>
            <a:lvl4pPr algn="l">
              <a:defRPr sz="1500" b="1">
                <a:solidFill>
                  <a:srgbClr val="43D9BC"/>
                </a:solidFill>
              </a:defRPr>
            </a:lvl4pPr>
            <a:lvl5pPr algn="l">
              <a:defRPr sz="1500" b="1">
                <a:solidFill>
                  <a:srgbClr val="43D9BC"/>
                </a:solidFill>
              </a:defRPr>
            </a:lvl5pPr>
            <a:lvl6pPr algn="l">
              <a:defRPr sz="1500" b="1">
                <a:solidFill>
                  <a:srgbClr val="43D9BC"/>
                </a:solidFill>
              </a:defRPr>
            </a:lvl6pPr>
            <a:lvl7pPr algn="l">
              <a:defRPr sz="1500" b="1">
                <a:solidFill>
                  <a:srgbClr val="43D9BC"/>
                </a:solidFill>
              </a:defRPr>
            </a:lvl7pPr>
            <a:lvl8pPr algn="l">
              <a:defRPr sz="1500" b="1">
                <a:solidFill>
                  <a:srgbClr val="43D9BC"/>
                </a:solidFill>
              </a:defRPr>
            </a:lvl8pPr>
            <a:lvl9pPr algn="l">
              <a:defRPr sz="150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3D9BC"/>
                </a:solidFill>
              </a:defRPr>
            </a:pPr>
            <a:r>
              <a:rPr sz="1500" b="1">
                <a:solidFill>
                  <a:srgbClr val="43D9B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95BA8-78C7-4A24-A22C-0A5F320A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Operational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7387C-02D4-4D0D-BB64-C5446DB9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33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FC1C9"/>
                </a:solidFill>
              </a:defRPr>
            </a:defPPr>
            <a:lvl1pPr algn="l">
              <a:defRPr sz="1350" b="0">
                <a:solidFill>
                  <a:srgbClr val="AFC1C9"/>
                </a:solidFill>
              </a:defRPr>
            </a:lvl1pPr>
            <a:lvl2pPr algn="l">
              <a:defRPr sz="1350" b="0">
                <a:solidFill>
                  <a:srgbClr val="AFC1C9"/>
                </a:solidFill>
              </a:defRPr>
            </a:lvl2pPr>
            <a:lvl3pPr algn="l">
              <a:defRPr sz="1350" b="0">
                <a:solidFill>
                  <a:srgbClr val="AFC1C9"/>
                </a:solidFill>
              </a:defRPr>
            </a:lvl3pPr>
            <a:lvl4pPr algn="l">
              <a:defRPr sz="1350" b="0">
                <a:solidFill>
                  <a:srgbClr val="AFC1C9"/>
                </a:solidFill>
              </a:defRPr>
            </a:lvl4pPr>
            <a:lvl5pPr algn="l">
              <a:defRPr sz="1350" b="0">
                <a:solidFill>
                  <a:srgbClr val="AFC1C9"/>
                </a:solidFill>
              </a:defRPr>
            </a:lvl5pPr>
            <a:lvl6pPr algn="l">
              <a:defRPr sz="1350" b="0">
                <a:solidFill>
                  <a:srgbClr val="AFC1C9"/>
                </a:solidFill>
              </a:defRPr>
            </a:lvl6pPr>
            <a:lvl7pPr algn="l">
              <a:defRPr sz="1350" b="0">
                <a:solidFill>
                  <a:srgbClr val="AFC1C9"/>
                </a:solidFill>
              </a:defRPr>
            </a:lvl7pPr>
            <a:lvl8pPr algn="l">
              <a:defRPr sz="1350" b="0">
                <a:solidFill>
                  <a:srgbClr val="AFC1C9"/>
                </a:solidFill>
              </a:defRPr>
            </a:lvl8pPr>
            <a:lvl9pPr algn="l">
              <a:defRPr sz="135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FC1C9"/>
                </a:solidFill>
              </a:defRPr>
            </a:pPr>
            <a:r>
              <a:rPr sz="1350" b="0">
                <a:solidFill>
                  <a:srgbClr val="AFC1C9"/>
                </a:solidFill>
              </a:rPr>
              <a:t>Record repeatable prototype timings and message-size overhead.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11B6D-69D4-426E-BB87-9B7F0047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FBFD9-CF20-47BA-B51E-6B5F651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826E"/>
                </a:solidFill>
              </a:defRPr>
            </a:defPPr>
            <a:lvl1pPr algn="l">
              <a:defRPr sz="1500" b="1">
                <a:solidFill>
                  <a:srgbClr val="FF826E"/>
                </a:solidFill>
              </a:defRPr>
            </a:lvl1pPr>
            <a:lvl2pPr algn="l">
              <a:defRPr sz="1500" b="1">
                <a:solidFill>
                  <a:srgbClr val="FF826E"/>
                </a:solidFill>
              </a:defRPr>
            </a:lvl2pPr>
            <a:lvl3pPr algn="l">
              <a:defRPr sz="1500" b="1">
                <a:solidFill>
                  <a:srgbClr val="FF826E"/>
                </a:solidFill>
              </a:defRPr>
            </a:lvl3pPr>
            <a:lvl4pPr algn="l">
              <a:defRPr sz="1500" b="1">
                <a:solidFill>
                  <a:srgbClr val="FF826E"/>
                </a:solidFill>
              </a:defRPr>
            </a:lvl4pPr>
            <a:lvl5pPr algn="l">
              <a:defRPr sz="1500" b="1">
                <a:solidFill>
                  <a:srgbClr val="FF826E"/>
                </a:solidFill>
              </a:defRPr>
            </a:lvl5pPr>
            <a:lvl6pPr algn="l">
              <a:defRPr sz="1500" b="1">
                <a:solidFill>
                  <a:srgbClr val="FF826E"/>
                </a:solidFill>
              </a:defRPr>
            </a:lvl6pPr>
            <a:lvl7pPr algn="l">
              <a:defRPr sz="1500" b="1">
                <a:solidFill>
                  <a:srgbClr val="FF826E"/>
                </a:solidFill>
              </a:defRPr>
            </a:lvl7pPr>
            <a:lvl8pPr algn="l">
              <a:defRPr sz="1500" b="1">
                <a:solidFill>
                  <a:srgbClr val="FF826E"/>
                </a:solidFill>
              </a:defRPr>
            </a:lvl8pPr>
            <a:lvl9pPr algn="l">
              <a:defRPr sz="1500" b="1">
                <a:solidFill>
                  <a:srgbClr val="FF82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826E"/>
                </a:solidFill>
              </a:defRPr>
            </a:pPr>
            <a:r>
              <a:rPr sz="1500" b="1">
                <a:solidFill>
                  <a:srgbClr val="FF826E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966AF-85ED-4B03-8934-922D79C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33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Rollback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060A2-C241-45B5-AADE-55D2F22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339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FC1C9"/>
                </a:solidFill>
              </a:defRPr>
            </a:defPPr>
            <a:lvl1pPr algn="l">
              <a:defRPr sz="1350" b="0">
                <a:solidFill>
                  <a:srgbClr val="AFC1C9"/>
                </a:solidFill>
              </a:defRPr>
            </a:lvl1pPr>
            <a:lvl2pPr algn="l">
              <a:defRPr sz="1350" b="0">
                <a:solidFill>
                  <a:srgbClr val="AFC1C9"/>
                </a:solidFill>
              </a:defRPr>
            </a:lvl2pPr>
            <a:lvl3pPr algn="l">
              <a:defRPr sz="1350" b="0">
                <a:solidFill>
                  <a:srgbClr val="AFC1C9"/>
                </a:solidFill>
              </a:defRPr>
            </a:lvl3pPr>
            <a:lvl4pPr algn="l">
              <a:defRPr sz="1350" b="0">
                <a:solidFill>
                  <a:srgbClr val="AFC1C9"/>
                </a:solidFill>
              </a:defRPr>
            </a:lvl4pPr>
            <a:lvl5pPr algn="l">
              <a:defRPr sz="1350" b="0">
                <a:solidFill>
                  <a:srgbClr val="AFC1C9"/>
                </a:solidFill>
              </a:defRPr>
            </a:lvl5pPr>
            <a:lvl6pPr algn="l">
              <a:defRPr sz="1350" b="0">
                <a:solidFill>
                  <a:srgbClr val="AFC1C9"/>
                </a:solidFill>
              </a:defRPr>
            </a:lvl6pPr>
            <a:lvl7pPr algn="l">
              <a:defRPr sz="1350" b="0">
                <a:solidFill>
                  <a:srgbClr val="AFC1C9"/>
                </a:solidFill>
              </a:defRPr>
            </a:lvl7pPr>
            <a:lvl8pPr algn="l">
              <a:defRPr sz="1350" b="0">
                <a:solidFill>
                  <a:srgbClr val="AFC1C9"/>
                </a:solidFill>
              </a:defRPr>
            </a:lvl8pPr>
            <a:lvl9pPr algn="l">
              <a:defRPr sz="135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FC1C9"/>
                </a:solidFill>
              </a:defRPr>
            </a:pPr>
            <a:r>
              <a:rPr sz="1350" b="0">
                <a:solidFill>
                  <a:srgbClr val="AFC1C9"/>
                </a:solidFill>
              </a:rPr>
              <a:t>Restore prior config and verify the service recovers.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18202-95AB-43BC-B706-E0DAA3D6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C76B"/>
                </a:solidFill>
              </a:defRPr>
            </a:defPPr>
            <a:lvl1pPr algn="l">
              <a:defRPr sz="1350" b="1">
                <a:solidFill>
                  <a:srgbClr val="FFC76B"/>
                </a:solidFill>
              </a:defRPr>
            </a:lvl1pPr>
            <a:lvl2pPr algn="l">
              <a:defRPr sz="1350" b="1">
                <a:solidFill>
                  <a:srgbClr val="FFC76B"/>
                </a:solidFill>
              </a:defRPr>
            </a:lvl2pPr>
            <a:lvl3pPr algn="l">
              <a:defRPr sz="1350" b="1">
                <a:solidFill>
                  <a:srgbClr val="FFC76B"/>
                </a:solidFill>
              </a:defRPr>
            </a:lvl3pPr>
            <a:lvl4pPr algn="l">
              <a:defRPr sz="1350" b="1">
                <a:solidFill>
                  <a:srgbClr val="FFC76B"/>
                </a:solidFill>
              </a:defRPr>
            </a:lvl4pPr>
            <a:lvl5pPr algn="l">
              <a:defRPr sz="1350" b="1">
                <a:solidFill>
                  <a:srgbClr val="FFC76B"/>
                </a:solidFill>
              </a:defRPr>
            </a:lvl5pPr>
            <a:lvl6pPr algn="l">
              <a:defRPr sz="1350" b="1">
                <a:solidFill>
                  <a:srgbClr val="FFC76B"/>
                </a:solidFill>
              </a:defRPr>
            </a:lvl6pPr>
            <a:lvl7pPr algn="l">
              <a:defRPr sz="1350" b="1">
                <a:solidFill>
                  <a:srgbClr val="FFC76B"/>
                </a:solidFill>
              </a:defRPr>
            </a:lvl7pPr>
            <a:lvl8pPr algn="l">
              <a:defRPr sz="1350" b="1">
                <a:solidFill>
                  <a:srgbClr val="FFC76B"/>
                </a:solidFill>
              </a:defRPr>
            </a:lvl8pPr>
            <a:lvl9pPr algn="l">
              <a:defRPr sz="135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C76B"/>
                </a:solidFill>
              </a:defRPr>
            </a:pPr>
            <a:r>
              <a:rPr sz="1350" b="1">
                <a:solidFill>
                  <a:srgbClr val="FFC76B"/>
                </a:solidFill>
              </a:rPr>
              <a:t>If a check fails: stop the rollout, preserve evidence, and follow the rollback steps.</a:t>
            </a:r>
          </a:p>
        </p:txBody>
      </p:sp>
    </p:spTree>
    <p:extLst>
      <p:ext uri="{BB962C8B-B14F-4D97-AF65-F5344CB8AC3E}">
        <p14:creationId xmlns:p14="http://schemas.microsoft.com/office/powerpoint/2010/main" val="950894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A01E9-3DC8-46B0-A6B8-46EA96D1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EB442-9C37-4E52-8D71-72760904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Technical stack and QpiAI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14A1-04B0-4369-8E65-F9D6446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D690-2AC2-4C3D-B4E4-A50D38B7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1D9F2-2873-4BCD-9FE6-2256AE4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8E6E8"/>
                </a:solidFill>
              </a:defRPr>
            </a:defPPr>
            <a:lvl1pPr algn="l">
              <a:defRPr sz="1725" b="1">
                <a:solidFill>
                  <a:srgbClr val="D8E6E8"/>
                </a:solidFill>
              </a:defRPr>
            </a:lvl1pPr>
            <a:lvl2pPr algn="l">
              <a:defRPr sz="1725" b="1">
                <a:solidFill>
                  <a:srgbClr val="D8E6E8"/>
                </a:solidFill>
              </a:defRPr>
            </a:lvl2pPr>
            <a:lvl3pPr algn="l">
              <a:defRPr sz="1725" b="1">
                <a:solidFill>
                  <a:srgbClr val="D8E6E8"/>
                </a:solidFill>
              </a:defRPr>
            </a:lvl3pPr>
            <a:lvl4pPr algn="l">
              <a:defRPr sz="1725" b="1">
                <a:solidFill>
                  <a:srgbClr val="D8E6E8"/>
                </a:solidFill>
              </a:defRPr>
            </a:lvl4pPr>
            <a:lvl5pPr algn="l">
              <a:defRPr sz="1725" b="1">
                <a:solidFill>
                  <a:srgbClr val="D8E6E8"/>
                </a:solidFill>
              </a:defRPr>
            </a:lvl5pPr>
            <a:lvl6pPr algn="l">
              <a:defRPr sz="1725" b="1">
                <a:solidFill>
                  <a:srgbClr val="D8E6E8"/>
                </a:solidFill>
              </a:defRPr>
            </a:lvl6pPr>
            <a:lvl7pPr algn="l">
              <a:defRPr sz="1725" b="1">
                <a:solidFill>
                  <a:srgbClr val="D8E6E8"/>
                </a:solidFill>
              </a:defRPr>
            </a:lvl7pPr>
            <a:lvl8pPr algn="l">
              <a:defRPr sz="1725" b="1">
                <a:solidFill>
                  <a:srgbClr val="D8E6E8"/>
                </a:solidFill>
              </a:defRPr>
            </a:lvl8pPr>
            <a:lvl9pPr algn="l">
              <a:defRPr sz="1725" b="1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8E6E8"/>
                </a:solidFill>
              </a:defRPr>
            </a:pPr>
            <a:r>
              <a:rPr sz="1725" b="1">
                <a:solidFill>
                  <a:srgbClr val="D8E6E8"/>
                </a:solidFill>
              </a:rPr>
              <a:t>Keep the MVP small; verify SDK access before depending on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77B5-83F5-403F-85A9-4360CDF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3D9BC"/>
                </a:solidFill>
              </a:defRPr>
            </a:defPPr>
            <a:lvl1pPr algn="l">
              <a:defRPr sz="1125" b="1">
                <a:solidFill>
                  <a:srgbClr val="43D9BC"/>
                </a:solidFill>
              </a:defRPr>
            </a:lvl1pPr>
            <a:lvl2pPr algn="l">
              <a:defRPr sz="1125" b="1">
                <a:solidFill>
                  <a:srgbClr val="43D9BC"/>
                </a:solidFill>
              </a:defRPr>
            </a:lvl2pPr>
            <a:lvl3pPr algn="l">
              <a:defRPr sz="1125" b="1">
                <a:solidFill>
                  <a:srgbClr val="43D9BC"/>
                </a:solidFill>
              </a:defRPr>
            </a:lvl3pPr>
            <a:lvl4pPr algn="l">
              <a:defRPr sz="1125" b="1">
                <a:solidFill>
                  <a:srgbClr val="43D9BC"/>
                </a:solidFill>
              </a:defRPr>
            </a:lvl4pPr>
            <a:lvl5pPr algn="l">
              <a:defRPr sz="1125" b="1">
                <a:solidFill>
                  <a:srgbClr val="43D9BC"/>
                </a:solidFill>
              </a:defRPr>
            </a:lvl5pPr>
            <a:lvl6pPr algn="l">
              <a:defRPr sz="1125" b="1">
                <a:solidFill>
                  <a:srgbClr val="43D9BC"/>
                </a:solidFill>
              </a:defRPr>
            </a:lvl6pPr>
            <a:lvl7pPr algn="l">
              <a:defRPr sz="1125" b="1">
                <a:solidFill>
                  <a:srgbClr val="43D9BC"/>
                </a:solidFill>
              </a:defRPr>
            </a:lvl7pPr>
            <a:lvl8pPr algn="l">
              <a:defRPr sz="1125" b="1">
                <a:solidFill>
                  <a:srgbClr val="43D9BC"/>
                </a:solidFill>
              </a:defRPr>
            </a:lvl8pPr>
            <a:lvl9pPr algn="l">
              <a:defRPr sz="112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3D9BC"/>
                </a:solidFill>
              </a:defRPr>
            </a:pPr>
            <a:r>
              <a:rPr sz="1125" b="1">
                <a:solidFill>
                  <a:srgbClr val="43D9BC"/>
                </a:solidFill>
              </a:rPr>
              <a:t>CORE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CDE0F-838D-4386-AC23-FDEA3BE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A5690-3F5B-4DE0-87AB-F5C4DCEF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62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Python 3.11+ CLI; AST + config scanning; JSON / Markdown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21C94-F60B-43B3-A56B-33ACCBA8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ABB19-F247-41B3-8D60-0396AEF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462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pytest for scanner, metrics, ordering, protocol, and rollback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31A11-CBB3-4BC8-A421-121E6AE1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E0993-3D97-432C-BF46-F92D897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Maintained crypto library only where the environment supports the operation.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0A1B8-0029-4E98-BE72-B6E9C7C7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0" cy="3095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1D056-0279-41C9-B5E9-7B4D0C9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C76B"/>
                </a:solidFill>
              </a:defRPr>
            </a:defPPr>
            <a:lvl1pPr algn="l">
              <a:defRPr sz="1125" b="1">
                <a:solidFill>
                  <a:srgbClr val="FFC76B"/>
                </a:solidFill>
              </a:defRPr>
            </a:lvl1pPr>
            <a:lvl2pPr algn="l">
              <a:defRPr sz="1125" b="1">
                <a:solidFill>
                  <a:srgbClr val="FFC76B"/>
                </a:solidFill>
              </a:defRPr>
            </a:lvl2pPr>
            <a:lvl3pPr algn="l">
              <a:defRPr sz="1125" b="1">
                <a:solidFill>
                  <a:srgbClr val="FFC76B"/>
                </a:solidFill>
              </a:defRPr>
            </a:lvl3pPr>
            <a:lvl4pPr algn="l">
              <a:defRPr sz="1125" b="1">
                <a:solidFill>
                  <a:srgbClr val="FFC76B"/>
                </a:solidFill>
              </a:defRPr>
            </a:lvl4pPr>
            <a:lvl5pPr algn="l">
              <a:defRPr sz="1125" b="1">
                <a:solidFill>
                  <a:srgbClr val="FFC76B"/>
                </a:solidFill>
              </a:defRPr>
            </a:lvl5pPr>
            <a:lvl6pPr algn="l">
              <a:defRPr sz="1125" b="1">
                <a:solidFill>
                  <a:srgbClr val="FFC76B"/>
                </a:solidFill>
              </a:defRPr>
            </a:lvl6pPr>
            <a:lvl7pPr algn="l">
              <a:defRPr sz="1125" b="1">
                <a:solidFill>
                  <a:srgbClr val="FFC76B"/>
                </a:solidFill>
              </a:defRPr>
            </a:lvl7pPr>
            <a:lvl8pPr algn="l">
              <a:defRPr sz="1125" b="1">
                <a:solidFill>
                  <a:srgbClr val="FFC76B"/>
                </a:solidFill>
              </a:defRPr>
            </a:lvl8pPr>
            <a:lvl9pPr algn="l">
              <a:defRPr sz="1125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C76B"/>
                </a:solidFill>
              </a:defRPr>
            </a:pPr>
            <a:r>
              <a:rPr sz="1125" b="1">
                <a:solidFill>
                  <a:srgbClr val="FFC76B"/>
                </a:solidFill>
              </a:rPr>
              <a:t>QPIAI OPT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BC359-D148-401A-995E-521BC23D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F2F6F5"/>
                </a:solidFill>
              </a:defRPr>
            </a:defPPr>
            <a:lvl1pPr algn="l">
              <a:defRPr sz="1575" b="1">
                <a:solidFill>
                  <a:srgbClr val="F2F6F5"/>
                </a:solidFill>
              </a:defRPr>
            </a:lvl1pPr>
            <a:lvl2pPr algn="l">
              <a:defRPr sz="1575" b="1">
                <a:solidFill>
                  <a:srgbClr val="F2F6F5"/>
                </a:solidFill>
              </a:defRPr>
            </a:lvl2pPr>
            <a:lvl3pPr algn="l">
              <a:defRPr sz="1575" b="1">
                <a:solidFill>
                  <a:srgbClr val="F2F6F5"/>
                </a:solidFill>
              </a:defRPr>
            </a:lvl3pPr>
            <a:lvl4pPr algn="l">
              <a:defRPr sz="1575" b="1">
                <a:solidFill>
                  <a:srgbClr val="F2F6F5"/>
                </a:solidFill>
              </a:defRPr>
            </a:lvl4pPr>
            <a:lvl5pPr algn="l">
              <a:defRPr sz="1575" b="1">
                <a:solidFill>
                  <a:srgbClr val="F2F6F5"/>
                </a:solidFill>
              </a:defRPr>
            </a:lvl5pPr>
            <a:lvl6pPr algn="l">
              <a:defRPr sz="1575" b="1">
                <a:solidFill>
                  <a:srgbClr val="F2F6F5"/>
                </a:solidFill>
              </a:defRPr>
            </a:lvl6pPr>
            <a:lvl7pPr algn="l">
              <a:defRPr sz="1575" b="1">
                <a:solidFill>
                  <a:srgbClr val="F2F6F5"/>
                </a:solidFill>
              </a:defRPr>
            </a:lvl7pPr>
            <a:lvl8pPr algn="l">
              <a:defRPr sz="1575" b="1">
                <a:solidFill>
                  <a:srgbClr val="F2F6F5"/>
                </a:solidFill>
              </a:defRPr>
            </a:lvl8pPr>
            <a:lvl9pPr algn="l">
              <a:defRPr sz="1575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6F5"/>
                </a:solidFill>
              </a:defRPr>
            </a:pPr>
            <a:r>
              <a:rPr sz="1575" b="1">
                <a:solidFill>
                  <a:srgbClr val="F2F6F5"/>
                </a:solidFill>
              </a:rPr>
              <a:t>Use for migration-wave scheduling if the team can model real constraints and verify SDK access.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BE3F1-65AA-470B-9500-C1687EA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77B9F4"/>
                </a:solidFill>
              </a:defRPr>
            </a:defPPr>
            <a:lvl1pPr algn="l">
              <a:defRPr sz="1125" b="1">
                <a:solidFill>
                  <a:srgbClr val="77B9F4"/>
                </a:solidFill>
              </a:defRPr>
            </a:lvl1pPr>
            <a:lvl2pPr algn="l">
              <a:defRPr sz="1125" b="1">
                <a:solidFill>
                  <a:srgbClr val="77B9F4"/>
                </a:solidFill>
              </a:defRPr>
            </a:lvl2pPr>
            <a:lvl3pPr algn="l">
              <a:defRPr sz="1125" b="1">
                <a:solidFill>
                  <a:srgbClr val="77B9F4"/>
                </a:solidFill>
              </a:defRPr>
            </a:lvl3pPr>
            <a:lvl4pPr algn="l">
              <a:defRPr sz="1125" b="1">
                <a:solidFill>
                  <a:srgbClr val="77B9F4"/>
                </a:solidFill>
              </a:defRPr>
            </a:lvl4pPr>
            <a:lvl5pPr algn="l">
              <a:defRPr sz="1125" b="1">
                <a:solidFill>
                  <a:srgbClr val="77B9F4"/>
                </a:solidFill>
              </a:defRPr>
            </a:lvl5pPr>
            <a:lvl6pPr algn="l">
              <a:defRPr sz="1125" b="1">
                <a:solidFill>
                  <a:srgbClr val="77B9F4"/>
                </a:solidFill>
              </a:defRPr>
            </a:lvl6pPr>
            <a:lvl7pPr algn="l">
              <a:defRPr sz="1125" b="1">
                <a:solidFill>
                  <a:srgbClr val="77B9F4"/>
                </a:solidFill>
              </a:defRPr>
            </a:lvl7pPr>
            <a:lvl8pPr algn="l">
              <a:defRPr sz="1125" b="1">
                <a:solidFill>
                  <a:srgbClr val="77B9F4"/>
                </a:solidFill>
              </a:defRPr>
            </a:lvl8pPr>
            <a:lvl9pPr algn="l">
              <a:defRPr sz="1125" b="1">
                <a:solidFill>
                  <a:srgbClr val="77B9F4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7B9F4"/>
                </a:solidFill>
              </a:defRPr>
            </a:pPr>
            <a:r>
              <a:rPr sz="1125" b="1">
                <a:solidFill>
                  <a:srgbClr val="77B9F4"/>
                </a:solidFill>
              </a:rPr>
              <a:t>QPIAI QCLOUD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F502C-0CD2-4FE0-9A52-5B5CCD8D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2F6F5"/>
                </a:solidFill>
              </a:defRPr>
            </a:defPPr>
            <a:lvl1pPr algn="l">
              <a:defRPr sz="1500" b="0">
                <a:solidFill>
                  <a:srgbClr val="F2F6F5"/>
                </a:solidFill>
              </a:defRPr>
            </a:lvl1pPr>
            <a:lvl2pPr algn="l">
              <a:defRPr sz="1500" b="0">
                <a:solidFill>
                  <a:srgbClr val="F2F6F5"/>
                </a:solidFill>
              </a:defRPr>
            </a:lvl2pPr>
            <a:lvl3pPr algn="l">
              <a:defRPr sz="1500" b="0">
                <a:solidFill>
                  <a:srgbClr val="F2F6F5"/>
                </a:solidFill>
              </a:defRPr>
            </a:lvl3pPr>
            <a:lvl4pPr algn="l">
              <a:defRPr sz="1500" b="0">
                <a:solidFill>
                  <a:srgbClr val="F2F6F5"/>
                </a:solidFill>
              </a:defRPr>
            </a:lvl4pPr>
            <a:lvl5pPr algn="l">
              <a:defRPr sz="1500" b="0">
                <a:solidFill>
                  <a:srgbClr val="F2F6F5"/>
                </a:solidFill>
              </a:defRPr>
            </a:lvl5pPr>
            <a:lvl6pPr algn="l">
              <a:defRPr sz="1500" b="0">
                <a:solidFill>
                  <a:srgbClr val="F2F6F5"/>
                </a:solidFill>
              </a:defRPr>
            </a:lvl6pPr>
            <a:lvl7pPr algn="l">
              <a:defRPr sz="1500" b="0">
                <a:solidFill>
                  <a:srgbClr val="F2F6F5"/>
                </a:solidFill>
              </a:defRPr>
            </a:lvl7pPr>
            <a:lvl8pPr algn="l">
              <a:defRPr sz="1500" b="0">
                <a:solidFill>
                  <a:srgbClr val="F2F6F5"/>
                </a:solidFill>
              </a:defRPr>
            </a:lvl8pPr>
            <a:lvl9pPr algn="l">
              <a:defRPr sz="1500" b="0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F6F5"/>
                </a:solidFill>
              </a:defRPr>
            </a:pPr>
            <a:r>
              <a:rPr sz="1500" b="0">
                <a:solidFill>
                  <a:srgbClr val="F2F6F5"/>
                </a:solidFill>
              </a:rPr>
              <a:t>Use only for a relevant, executed computation. No decorative circuit; record actual run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2BCA1-E55A-4039-A7A1-EA624647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43D9BC"/>
                </a:solidFill>
              </a:defRPr>
            </a:defPPr>
            <a:lvl1pPr algn="l">
              <a:defRPr sz="1350" b="1">
                <a:solidFill>
                  <a:srgbClr val="43D9BC"/>
                </a:solidFill>
              </a:defRPr>
            </a:lvl1pPr>
            <a:lvl2pPr algn="l">
              <a:defRPr sz="1350" b="1">
                <a:solidFill>
                  <a:srgbClr val="43D9BC"/>
                </a:solidFill>
              </a:defRPr>
            </a:lvl2pPr>
            <a:lvl3pPr algn="l">
              <a:defRPr sz="1350" b="1">
                <a:solidFill>
                  <a:srgbClr val="43D9BC"/>
                </a:solidFill>
              </a:defRPr>
            </a:lvl3pPr>
            <a:lvl4pPr algn="l">
              <a:defRPr sz="1350" b="1">
                <a:solidFill>
                  <a:srgbClr val="43D9BC"/>
                </a:solidFill>
              </a:defRPr>
            </a:lvl4pPr>
            <a:lvl5pPr algn="l">
              <a:defRPr sz="1350" b="1">
                <a:solidFill>
                  <a:srgbClr val="43D9BC"/>
                </a:solidFill>
              </a:defRPr>
            </a:lvl5pPr>
            <a:lvl6pPr algn="l">
              <a:defRPr sz="1350" b="1">
                <a:solidFill>
                  <a:srgbClr val="43D9BC"/>
                </a:solidFill>
              </a:defRPr>
            </a:lvl6pPr>
            <a:lvl7pPr algn="l">
              <a:defRPr sz="1350" b="1">
                <a:solidFill>
                  <a:srgbClr val="43D9BC"/>
                </a:solidFill>
              </a:defRPr>
            </a:lvl7pPr>
            <a:lvl8pPr algn="l">
              <a:defRPr sz="1350" b="1">
                <a:solidFill>
                  <a:srgbClr val="43D9BC"/>
                </a:solidFill>
              </a:defRPr>
            </a:lvl8pPr>
            <a:lvl9pPr algn="l">
              <a:defRPr sz="13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9BC"/>
                </a:solidFill>
              </a:defRPr>
            </a:pPr>
            <a:r>
              <a:rPr sz="1350" b="1">
                <a:solidFill>
                  <a:srgbClr val="43D9BC"/>
                </a:solidFill>
              </a:rPr>
              <a:t>Fallback scheduler keeps the demo runnable if SDK setup or access fails.</a:t>
            </a:r>
          </a:p>
        </p:txBody>
      </p:sp>
    </p:spTree>
    <p:extLst>
      <p:ext uri="{BB962C8B-B14F-4D97-AF65-F5344CB8AC3E}">
        <p14:creationId xmlns:p14="http://schemas.microsoft.com/office/powerpoint/2010/main" val="1825901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50953F-0C28-428E-827A-2EC06792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5A7F3-5C72-46B1-BA43-FD5F2E8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Four owners, one integrated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8DB2D-3EFB-400C-AB20-60302649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1833D-6B70-4760-B9E4-F58A812E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0EA9C-0DC3-40B5-B055-7359492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3D9BC"/>
                </a:solidFill>
              </a:defRPr>
            </a:defPPr>
            <a:lvl1pPr algn="l">
              <a:defRPr sz="975" b="1">
                <a:solidFill>
                  <a:srgbClr val="43D9BC"/>
                </a:solidFill>
              </a:defRPr>
            </a:lvl1pPr>
            <a:lvl2pPr algn="l">
              <a:defRPr sz="975" b="1">
                <a:solidFill>
                  <a:srgbClr val="43D9BC"/>
                </a:solidFill>
              </a:defRPr>
            </a:lvl2pPr>
            <a:lvl3pPr algn="l">
              <a:defRPr sz="975" b="1">
                <a:solidFill>
                  <a:srgbClr val="43D9BC"/>
                </a:solidFill>
              </a:defRPr>
            </a:lvl3pPr>
            <a:lvl4pPr algn="l">
              <a:defRPr sz="975" b="1">
                <a:solidFill>
                  <a:srgbClr val="43D9BC"/>
                </a:solidFill>
              </a:defRPr>
            </a:lvl4pPr>
            <a:lvl5pPr algn="l">
              <a:defRPr sz="975" b="1">
                <a:solidFill>
                  <a:srgbClr val="43D9BC"/>
                </a:solidFill>
              </a:defRPr>
            </a:lvl5pPr>
            <a:lvl6pPr algn="l">
              <a:defRPr sz="975" b="1">
                <a:solidFill>
                  <a:srgbClr val="43D9BC"/>
                </a:solidFill>
              </a:defRPr>
            </a:lvl6pPr>
            <a:lvl7pPr algn="l">
              <a:defRPr sz="975" b="1">
                <a:solidFill>
                  <a:srgbClr val="43D9BC"/>
                </a:solidFill>
              </a:defRPr>
            </a:lvl7pPr>
            <a:lvl8pPr algn="l">
              <a:defRPr sz="975" b="1">
                <a:solidFill>
                  <a:srgbClr val="43D9BC"/>
                </a:solidFill>
              </a:defRPr>
            </a:lvl8pPr>
            <a:lvl9pPr algn="l">
              <a:defRPr sz="9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9BC"/>
                </a:solidFill>
              </a:defRPr>
            </a:pPr>
            <a:r>
              <a:rPr sz="975" b="1">
                <a:solidFill>
                  <a:srgbClr val="43D9BC"/>
                </a:solidFill>
              </a:rPr>
              <a:t>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602B5-0B7B-4711-BAB0-5CE56BFA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3D9BC"/>
                </a:solidFill>
              </a:defRPr>
            </a:defPPr>
            <a:lvl1pPr algn="l">
              <a:defRPr sz="975" b="1">
                <a:solidFill>
                  <a:srgbClr val="43D9BC"/>
                </a:solidFill>
              </a:defRPr>
            </a:lvl1pPr>
            <a:lvl2pPr algn="l">
              <a:defRPr sz="975" b="1">
                <a:solidFill>
                  <a:srgbClr val="43D9BC"/>
                </a:solidFill>
              </a:defRPr>
            </a:lvl2pPr>
            <a:lvl3pPr algn="l">
              <a:defRPr sz="975" b="1">
                <a:solidFill>
                  <a:srgbClr val="43D9BC"/>
                </a:solidFill>
              </a:defRPr>
            </a:lvl3pPr>
            <a:lvl4pPr algn="l">
              <a:defRPr sz="975" b="1">
                <a:solidFill>
                  <a:srgbClr val="43D9BC"/>
                </a:solidFill>
              </a:defRPr>
            </a:lvl4pPr>
            <a:lvl5pPr algn="l">
              <a:defRPr sz="975" b="1">
                <a:solidFill>
                  <a:srgbClr val="43D9BC"/>
                </a:solidFill>
              </a:defRPr>
            </a:lvl5pPr>
            <a:lvl6pPr algn="l">
              <a:defRPr sz="975" b="1">
                <a:solidFill>
                  <a:srgbClr val="43D9BC"/>
                </a:solidFill>
              </a:defRPr>
            </a:lvl6pPr>
            <a:lvl7pPr algn="l">
              <a:defRPr sz="975" b="1">
                <a:solidFill>
                  <a:srgbClr val="43D9BC"/>
                </a:solidFill>
              </a:defRPr>
            </a:lvl7pPr>
            <a:lvl8pPr algn="l">
              <a:defRPr sz="975" b="1">
                <a:solidFill>
                  <a:srgbClr val="43D9BC"/>
                </a:solidFill>
              </a:defRPr>
            </a:lvl8pPr>
            <a:lvl9pPr algn="l">
              <a:defRPr sz="9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9BC"/>
                </a:solidFill>
              </a:defRPr>
            </a:pPr>
            <a:r>
              <a:rPr sz="975" b="1">
                <a:solidFill>
                  <a:srgbClr val="43D9BC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86E6F-7DE8-4075-B85C-B31CBA2F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3D9BC"/>
                </a:solidFill>
              </a:defRPr>
            </a:defPPr>
            <a:lvl1pPr algn="l">
              <a:defRPr sz="975" b="1">
                <a:solidFill>
                  <a:srgbClr val="43D9BC"/>
                </a:solidFill>
              </a:defRPr>
            </a:lvl1pPr>
            <a:lvl2pPr algn="l">
              <a:defRPr sz="975" b="1">
                <a:solidFill>
                  <a:srgbClr val="43D9BC"/>
                </a:solidFill>
              </a:defRPr>
            </a:lvl2pPr>
            <a:lvl3pPr algn="l">
              <a:defRPr sz="975" b="1">
                <a:solidFill>
                  <a:srgbClr val="43D9BC"/>
                </a:solidFill>
              </a:defRPr>
            </a:lvl3pPr>
            <a:lvl4pPr algn="l">
              <a:defRPr sz="975" b="1">
                <a:solidFill>
                  <a:srgbClr val="43D9BC"/>
                </a:solidFill>
              </a:defRPr>
            </a:lvl4pPr>
            <a:lvl5pPr algn="l">
              <a:defRPr sz="975" b="1">
                <a:solidFill>
                  <a:srgbClr val="43D9BC"/>
                </a:solidFill>
              </a:defRPr>
            </a:lvl5pPr>
            <a:lvl6pPr algn="l">
              <a:defRPr sz="975" b="1">
                <a:solidFill>
                  <a:srgbClr val="43D9BC"/>
                </a:solidFill>
              </a:defRPr>
            </a:lvl6pPr>
            <a:lvl7pPr algn="l">
              <a:defRPr sz="975" b="1">
                <a:solidFill>
                  <a:srgbClr val="43D9BC"/>
                </a:solidFill>
              </a:defRPr>
            </a:lvl7pPr>
            <a:lvl8pPr algn="l">
              <a:defRPr sz="975" b="1">
                <a:solidFill>
                  <a:srgbClr val="43D9BC"/>
                </a:solidFill>
              </a:defRPr>
            </a:lvl8pPr>
            <a:lvl9pPr algn="l">
              <a:defRPr sz="9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9BC"/>
                </a:solidFill>
              </a:defRPr>
            </a:pPr>
            <a:r>
              <a:rPr sz="975" b="1">
                <a:solidFill>
                  <a:srgbClr val="43D9BC"/>
                </a:solidFill>
              </a:rPr>
              <a:t>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BA892-ECB5-4D2D-9CF5-E7A73379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43D9BC"/>
                </a:solidFill>
              </a:defRPr>
            </a:defPPr>
            <a:lvl1pPr algn="l">
              <a:defRPr sz="975" b="1">
                <a:solidFill>
                  <a:srgbClr val="43D9BC"/>
                </a:solidFill>
              </a:defRPr>
            </a:lvl1pPr>
            <a:lvl2pPr algn="l">
              <a:defRPr sz="975" b="1">
                <a:solidFill>
                  <a:srgbClr val="43D9BC"/>
                </a:solidFill>
              </a:defRPr>
            </a:lvl2pPr>
            <a:lvl3pPr algn="l">
              <a:defRPr sz="975" b="1">
                <a:solidFill>
                  <a:srgbClr val="43D9BC"/>
                </a:solidFill>
              </a:defRPr>
            </a:lvl3pPr>
            <a:lvl4pPr algn="l">
              <a:defRPr sz="975" b="1">
                <a:solidFill>
                  <a:srgbClr val="43D9BC"/>
                </a:solidFill>
              </a:defRPr>
            </a:lvl4pPr>
            <a:lvl5pPr algn="l">
              <a:defRPr sz="975" b="1">
                <a:solidFill>
                  <a:srgbClr val="43D9BC"/>
                </a:solidFill>
              </a:defRPr>
            </a:lvl5pPr>
            <a:lvl6pPr algn="l">
              <a:defRPr sz="975" b="1">
                <a:solidFill>
                  <a:srgbClr val="43D9BC"/>
                </a:solidFill>
              </a:defRPr>
            </a:lvl6pPr>
            <a:lvl7pPr algn="l">
              <a:defRPr sz="975" b="1">
                <a:solidFill>
                  <a:srgbClr val="43D9BC"/>
                </a:solidFill>
              </a:defRPr>
            </a:lvl7pPr>
            <a:lvl8pPr algn="l">
              <a:defRPr sz="975" b="1">
                <a:solidFill>
                  <a:srgbClr val="43D9BC"/>
                </a:solidFill>
              </a:defRPr>
            </a:lvl8pPr>
            <a:lvl9pPr algn="l">
              <a:defRPr sz="9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9BC"/>
                </a:solidFill>
              </a:defRPr>
            </a:pPr>
            <a:r>
              <a:rPr sz="975" b="1">
                <a:solidFill>
                  <a:srgbClr val="43D9BC"/>
                </a:solidFill>
              </a:rPr>
              <a:t>END-OF-HACKATHON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FF9A4-D69C-4B78-9FCC-EF2A48FD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8030F-157A-46AE-9887-4F40BC5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C76B"/>
                </a:solidFill>
              </a:defRPr>
            </a:defPPr>
            <a:lvl1pPr algn="l">
              <a:defRPr sz="1500" b="1">
                <a:solidFill>
                  <a:srgbClr val="FFC76B"/>
                </a:solidFill>
              </a:defRPr>
            </a:lvl1pPr>
            <a:lvl2pPr algn="l">
              <a:defRPr sz="1500" b="1">
                <a:solidFill>
                  <a:srgbClr val="FFC76B"/>
                </a:solidFill>
              </a:defRPr>
            </a:lvl2pPr>
            <a:lvl3pPr algn="l">
              <a:defRPr sz="1500" b="1">
                <a:solidFill>
                  <a:srgbClr val="FFC76B"/>
                </a:solidFill>
              </a:defRPr>
            </a:lvl3pPr>
            <a:lvl4pPr algn="l">
              <a:defRPr sz="1500" b="1">
                <a:solidFill>
                  <a:srgbClr val="FFC76B"/>
                </a:solidFill>
              </a:defRPr>
            </a:lvl4pPr>
            <a:lvl5pPr algn="l">
              <a:defRPr sz="1500" b="1">
                <a:solidFill>
                  <a:srgbClr val="FFC76B"/>
                </a:solidFill>
              </a:defRPr>
            </a:lvl5pPr>
            <a:lvl6pPr algn="l">
              <a:defRPr sz="1500" b="1">
                <a:solidFill>
                  <a:srgbClr val="FFC76B"/>
                </a:solidFill>
              </a:defRPr>
            </a:lvl6pPr>
            <a:lvl7pPr algn="l">
              <a:defRPr sz="1500" b="1">
                <a:solidFill>
                  <a:srgbClr val="FFC76B"/>
                </a:solidFill>
              </a:defRPr>
            </a:lvl7pPr>
            <a:lvl8pPr algn="l">
              <a:defRPr sz="1500" b="1">
                <a:solidFill>
                  <a:srgbClr val="FFC76B"/>
                </a:solidFill>
              </a:defRPr>
            </a:lvl8pPr>
            <a:lvl9pPr algn="l">
              <a:defRPr sz="150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C76B"/>
                </a:solidFill>
              </a:defRPr>
            </a:pPr>
            <a:r>
              <a:rPr sz="1500" b="1">
                <a:solidFill>
                  <a:srgbClr val="FFC76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76E2D-6FBA-4B85-AE0F-20701450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2F6F5"/>
                </a:solidFill>
              </a:defRPr>
            </a:defPPr>
            <a:lvl1pPr algn="l">
              <a:defRPr sz="1500" b="1">
                <a:solidFill>
                  <a:srgbClr val="F2F6F5"/>
                </a:solidFill>
              </a:defRPr>
            </a:lvl1pPr>
            <a:lvl2pPr algn="l">
              <a:defRPr sz="1500" b="1">
                <a:solidFill>
                  <a:srgbClr val="F2F6F5"/>
                </a:solidFill>
              </a:defRPr>
            </a:lvl2pPr>
            <a:lvl3pPr algn="l">
              <a:defRPr sz="1500" b="1">
                <a:solidFill>
                  <a:srgbClr val="F2F6F5"/>
                </a:solidFill>
              </a:defRPr>
            </a:lvl3pPr>
            <a:lvl4pPr algn="l">
              <a:defRPr sz="1500" b="1">
                <a:solidFill>
                  <a:srgbClr val="F2F6F5"/>
                </a:solidFill>
              </a:defRPr>
            </a:lvl4pPr>
            <a:lvl5pPr algn="l">
              <a:defRPr sz="1500" b="1">
                <a:solidFill>
                  <a:srgbClr val="F2F6F5"/>
                </a:solidFill>
              </a:defRPr>
            </a:lvl5pPr>
            <a:lvl6pPr algn="l">
              <a:defRPr sz="1500" b="1">
                <a:solidFill>
                  <a:srgbClr val="F2F6F5"/>
                </a:solidFill>
              </a:defRPr>
            </a:lvl6pPr>
            <a:lvl7pPr algn="l">
              <a:defRPr sz="1500" b="1">
                <a:solidFill>
                  <a:srgbClr val="F2F6F5"/>
                </a:solidFill>
              </a:defRPr>
            </a:lvl7pPr>
            <a:lvl8pPr algn="l">
              <a:defRPr sz="1500" b="1">
                <a:solidFill>
                  <a:srgbClr val="F2F6F5"/>
                </a:solidFill>
              </a:defRPr>
            </a:lvl8pPr>
            <a:lvl9pPr algn="l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Integration + 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48388-5821-4A86-8549-2B489FF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D8E6E8"/>
                </a:solidFill>
              </a:defRPr>
            </a:defPPr>
            <a:lvl1pPr algn="l">
              <a:defRPr sz="1275" b="0">
                <a:solidFill>
                  <a:srgbClr val="D8E6E8"/>
                </a:solidFill>
              </a:defRPr>
            </a:lvl1pPr>
            <a:lvl2pPr algn="l">
              <a:defRPr sz="1275" b="0">
                <a:solidFill>
                  <a:srgbClr val="D8E6E8"/>
                </a:solidFill>
              </a:defRPr>
            </a:lvl2pPr>
            <a:lvl3pPr algn="l">
              <a:defRPr sz="1275" b="0">
                <a:solidFill>
                  <a:srgbClr val="D8E6E8"/>
                </a:solidFill>
              </a:defRPr>
            </a:lvl3pPr>
            <a:lvl4pPr algn="l">
              <a:defRPr sz="1275" b="0">
                <a:solidFill>
                  <a:srgbClr val="D8E6E8"/>
                </a:solidFill>
              </a:defRPr>
            </a:lvl4pPr>
            <a:lvl5pPr algn="l">
              <a:defRPr sz="1275" b="0">
                <a:solidFill>
                  <a:srgbClr val="D8E6E8"/>
                </a:solidFill>
              </a:defRPr>
            </a:lvl5pPr>
            <a:lvl6pPr algn="l">
              <a:defRPr sz="1275" b="0">
                <a:solidFill>
                  <a:srgbClr val="D8E6E8"/>
                </a:solidFill>
              </a:defRPr>
            </a:lvl6pPr>
            <a:lvl7pPr algn="l">
              <a:defRPr sz="1275" b="0">
                <a:solidFill>
                  <a:srgbClr val="D8E6E8"/>
                </a:solidFill>
              </a:defRPr>
            </a:lvl7pPr>
            <a:lvl8pPr algn="l">
              <a:defRPr sz="1275" b="0">
                <a:solidFill>
                  <a:srgbClr val="D8E6E8"/>
                </a:solidFill>
              </a:defRPr>
            </a:lvl8pPr>
            <a:lvl9pPr algn="l">
              <a:defRPr sz="127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6E8"/>
                </a:solidFill>
              </a:defRPr>
            </a:pPr>
            <a:r>
              <a:rPr sz="1275" b="0">
                <a:solidFill>
                  <a:srgbClr val="D8E6E8"/>
                </a:solidFill>
              </a:rPr>
              <a:t>Shared formats, demo flow, 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8B98E-E613-4680-9508-596B913B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955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FC1C9"/>
                </a:solidFill>
              </a:defRPr>
            </a:defPPr>
            <a:lvl1pPr algn="l">
              <a:defRPr sz="1275" b="0">
                <a:solidFill>
                  <a:srgbClr val="AFC1C9"/>
                </a:solidFill>
              </a:defRPr>
            </a:lvl1pPr>
            <a:lvl2pPr algn="l">
              <a:defRPr sz="1275" b="0">
                <a:solidFill>
                  <a:srgbClr val="AFC1C9"/>
                </a:solidFill>
              </a:defRPr>
            </a:lvl2pPr>
            <a:lvl3pPr algn="l">
              <a:defRPr sz="1275" b="0">
                <a:solidFill>
                  <a:srgbClr val="AFC1C9"/>
                </a:solidFill>
              </a:defRPr>
            </a:lvl3pPr>
            <a:lvl4pPr algn="l">
              <a:defRPr sz="1275" b="0">
                <a:solidFill>
                  <a:srgbClr val="AFC1C9"/>
                </a:solidFill>
              </a:defRPr>
            </a:lvl4pPr>
            <a:lvl5pPr algn="l">
              <a:defRPr sz="1275" b="0">
                <a:solidFill>
                  <a:srgbClr val="AFC1C9"/>
                </a:solidFill>
              </a:defRPr>
            </a:lvl5pPr>
            <a:lvl6pPr algn="l">
              <a:defRPr sz="1275" b="0">
                <a:solidFill>
                  <a:srgbClr val="AFC1C9"/>
                </a:solidFill>
              </a:defRPr>
            </a:lvl6pPr>
            <a:lvl7pPr algn="l">
              <a:defRPr sz="1275" b="0">
                <a:solidFill>
                  <a:srgbClr val="AFC1C9"/>
                </a:solidFill>
              </a:defRPr>
            </a:lvl7pPr>
            <a:lvl8pPr algn="l">
              <a:defRPr sz="1275" b="0">
                <a:solidFill>
                  <a:srgbClr val="AFC1C9"/>
                </a:solidFill>
              </a:defRPr>
            </a:lvl8pPr>
            <a:lvl9pPr algn="l">
              <a:defRPr sz="127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FC1C9"/>
                </a:solidFill>
              </a:defRPr>
            </a:pPr>
            <a:r>
              <a:rPr sz="1275" b="0">
                <a:solidFill>
                  <a:srgbClr val="AFC1C9"/>
                </a:solidFill>
              </a:rPr>
              <a:t>Runnable end-to-end 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ED25A-7B28-46AB-A77F-7A10B52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68195-63B5-4771-BB10-9B836F9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C76B"/>
                </a:solidFill>
              </a:defRPr>
            </a:defPPr>
            <a:lvl1pPr algn="l">
              <a:defRPr sz="1500" b="1">
                <a:solidFill>
                  <a:srgbClr val="FFC76B"/>
                </a:solidFill>
              </a:defRPr>
            </a:lvl1pPr>
            <a:lvl2pPr algn="l">
              <a:defRPr sz="1500" b="1">
                <a:solidFill>
                  <a:srgbClr val="FFC76B"/>
                </a:solidFill>
              </a:defRPr>
            </a:lvl2pPr>
            <a:lvl3pPr algn="l">
              <a:defRPr sz="1500" b="1">
                <a:solidFill>
                  <a:srgbClr val="FFC76B"/>
                </a:solidFill>
              </a:defRPr>
            </a:lvl3pPr>
            <a:lvl4pPr algn="l">
              <a:defRPr sz="1500" b="1">
                <a:solidFill>
                  <a:srgbClr val="FFC76B"/>
                </a:solidFill>
              </a:defRPr>
            </a:lvl4pPr>
            <a:lvl5pPr algn="l">
              <a:defRPr sz="1500" b="1">
                <a:solidFill>
                  <a:srgbClr val="FFC76B"/>
                </a:solidFill>
              </a:defRPr>
            </a:lvl5pPr>
            <a:lvl6pPr algn="l">
              <a:defRPr sz="1500" b="1">
                <a:solidFill>
                  <a:srgbClr val="FFC76B"/>
                </a:solidFill>
              </a:defRPr>
            </a:lvl6pPr>
            <a:lvl7pPr algn="l">
              <a:defRPr sz="1500" b="1">
                <a:solidFill>
                  <a:srgbClr val="FFC76B"/>
                </a:solidFill>
              </a:defRPr>
            </a:lvl7pPr>
            <a:lvl8pPr algn="l">
              <a:defRPr sz="1500" b="1">
                <a:solidFill>
                  <a:srgbClr val="FFC76B"/>
                </a:solidFill>
              </a:defRPr>
            </a:lvl8pPr>
            <a:lvl9pPr algn="l">
              <a:defRPr sz="150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C76B"/>
                </a:solidFill>
              </a:defRPr>
            </a:pPr>
            <a:r>
              <a:rPr sz="1500" b="1">
                <a:solidFill>
                  <a:srgbClr val="FFC76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7B35C-52E0-42CD-9D11-ED316BB6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2F6F5"/>
                </a:solidFill>
              </a:defRPr>
            </a:defPPr>
            <a:lvl1pPr algn="l">
              <a:defRPr sz="1500" b="1">
                <a:solidFill>
                  <a:srgbClr val="F2F6F5"/>
                </a:solidFill>
              </a:defRPr>
            </a:lvl1pPr>
            <a:lvl2pPr algn="l">
              <a:defRPr sz="1500" b="1">
                <a:solidFill>
                  <a:srgbClr val="F2F6F5"/>
                </a:solidFill>
              </a:defRPr>
            </a:lvl2pPr>
            <a:lvl3pPr algn="l">
              <a:defRPr sz="1500" b="1">
                <a:solidFill>
                  <a:srgbClr val="F2F6F5"/>
                </a:solidFill>
              </a:defRPr>
            </a:lvl3pPr>
            <a:lvl4pPr algn="l">
              <a:defRPr sz="1500" b="1">
                <a:solidFill>
                  <a:srgbClr val="F2F6F5"/>
                </a:solidFill>
              </a:defRPr>
            </a:lvl4pPr>
            <a:lvl5pPr algn="l">
              <a:defRPr sz="1500" b="1">
                <a:solidFill>
                  <a:srgbClr val="F2F6F5"/>
                </a:solidFill>
              </a:defRPr>
            </a:lvl5pPr>
            <a:lvl6pPr algn="l">
              <a:defRPr sz="1500" b="1">
                <a:solidFill>
                  <a:srgbClr val="F2F6F5"/>
                </a:solidFill>
              </a:defRPr>
            </a:lvl6pPr>
            <a:lvl7pPr algn="l">
              <a:defRPr sz="1500" b="1">
                <a:solidFill>
                  <a:srgbClr val="F2F6F5"/>
                </a:solidFill>
              </a:defRPr>
            </a:lvl7pPr>
            <a:lvl8pPr algn="l">
              <a:defRPr sz="1500" b="1">
                <a:solidFill>
                  <a:srgbClr val="F2F6F5"/>
                </a:solidFill>
              </a:defRPr>
            </a:lvl8pPr>
            <a:lvl9pPr algn="l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Data +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A2860-1230-4968-99BD-631177F3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D8E6E8"/>
                </a:solidFill>
              </a:defRPr>
            </a:defPPr>
            <a:lvl1pPr algn="l">
              <a:defRPr sz="1275" b="0">
                <a:solidFill>
                  <a:srgbClr val="D8E6E8"/>
                </a:solidFill>
              </a:defRPr>
            </a:lvl1pPr>
            <a:lvl2pPr algn="l">
              <a:defRPr sz="1275" b="0">
                <a:solidFill>
                  <a:srgbClr val="D8E6E8"/>
                </a:solidFill>
              </a:defRPr>
            </a:lvl2pPr>
            <a:lvl3pPr algn="l">
              <a:defRPr sz="1275" b="0">
                <a:solidFill>
                  <a:srgbClr val="D8E6E8"/>
                </a:solidFill>
              </a:defRPr>
            </a:lvl3pPr>
            <a:lvl4pPr algn="l">
              <a:defRPr sz="1275" b="0">
                <a:solidFill>
                  <a:srgbClr val="D8E6E8"/>
                </a:solidFill>
              </a:defRPr>
            </a:lvl4pPr>
            <a:lvl5pPr algn="l">
              <a:defRPr sz="1275" b="0">
                <a:solidFill>
                  <a:srgbClr val="D8E6E8"/>
                </a:solidFill>
              </a:defRPr>
            </a:lvl5pPr>
            <a:lvl6pPr algn="l">
              <a:defRPr sz="1275" b="0">
                <a:solidFill>
                  <a:srgbClr val="D8E6E8"/>
                </a:solidFill>
              </a:defRPr>
            </a:lvl6pPr>
            <a:lvl7pPr algn="l">
              <a:defRPr sz="1275" b="0">
                <a:solidFill>
                  <a:srgbClr val="D8E6E8"/>
                </a:solidFill>
              </a:defRPr>
            </a:lvl7pPr>
            <a:lvl8pPr algn="l">
              <a:defRPr sz="1275" b="0">
                <a:solidFill>
                  <a:srgbClr val="D8E6E8"/>
                </a:solidFill>
              </a:defRPr>
            </a:lvl8pPr>
            <a:lvl9pPr algn="l">
              <a:defRPr sz="127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6E8"/>
                </a:solidFill>
              </a:defRPr>
            </a:pPr>
            <a:r>
              <a:rPr sz="1275" b="0">
                <a:solidFill>
                  <a:srgbClr val="D8E6E8"/>
                </a:solidFill>
              </a:rPr>
              <a:t>Real-code corpus, labels, scanner,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9C4DD-CEE8-4072-898E-26BBDBFB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766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FC1C9"/>
                </a:solidFill>
              </a:defRPr>
            </a:defPPr>
            <a:lvl1pPr algn="l">
              <a:defRPr sz="1275" b="0">
                <a:solidFill>
                  <a:srgbClr val="AFC1C9"/>
                </a:solidFill>
              </a:defRPr>
            </a:lvl1pPr>
            <a:lvl2pPr algn="l">
              <a:defRPr sz="1275" b="0">
                <a:solidFill>
                  <a:srgbClr val="AFC1C9"/>
                </a:solidFill>
              </a:defRPr>
            </a:lvl2pPr>
            <a:lvl3pPr algn="l">
              <a:defRPr sz="1275" b="0">
                <a:solidFill>
                  <a:srgbClr val="AFC1C9"/>
                </a:solidFill>
              </a:defRPr>
            </a:lvl3pPr>
            <a:lvl4pPr algn="l">
              <a:defRPr sz="1275" b="0">
                <a:solidFill>
                  <a:srgbClr val="AFC1C9"/>
                </a:solidFill>
              </a:defRPr>
            </a:lvl4pPr>
            <a:lvl5pPr algn="l">
              <a:defRPr sz="1275" b="0">
                <a:solidFill>
                  <a:srgbClr val="AFC1C9"/>
                </a:solidFill>
              </a:defRPr>
            </a:lvl5pPr>
            <a:lvl6pPr algn="l">
              <a:defRPr sz="1275" b="0">
                <a:solidFill>
                  <a:srgbClr val="AFC1C9"/>
                </a:solidFill>
              </a:defRPr>
            </a:lvl6pPr>
            <a:lvl7pPr algn="l">
              <a:defRPr sz="1275" b="0">
                <a:solidFill>
                  <a:srgbClr val="AFC1C9"/>
                </a:solidFill>
              </a:defRPr>
            </a:lvl7pPr>
            <a:lvl8pPr algn="l">
              <a:defRPr sz="1275" b="0">
                <a:solidFill>
                  <a:srgbClr val="AFC1C9"/>
                </a:solidFill>
              </a:defRPr>
            </a:lvl8pPr>
            <a:lvl9pPr algn="l">
              <a:defRPr sz="127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FC1C9"/>
                </a:solidFill>
              </a:defRPr>
            </a:pPr>
            <a:r>
              <a:rPr sz="1275" b="0">
                <a:solidFill>
                  <a:srgbClr val="AFC1C9"/>
                </a:solidFill>
              </a:rPr>
              <a:t>Evidence inventory + precision/recall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E5175-1400-4212-93A6-62B130D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E919D-D662-487A-B396-D9359A9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C76B"/>
                </a:solidFill>
              </a:defRPr>
            </a:defPPr>
            <a:lvl1pPr algn="l">
              <a:defRPr sz="1500" b="1">
                <a:solidFill>
                  <a:srgbClr val="FFC76B"/>
                </a:solidFill>
              </a:defRPr>
            </a:lvl1pPr>
            <a:lvl2pPr algn="l">
              <a:defRPr sz="1500" b="1">
                <a:solidFill>
                  <a:srgbClr val="FFC76B"/>
                </a:solidFill>
              </a:defRPr>
            </a:lvl2pPr>
            <a:lvl3pPr algn="l">
              <a:defRPr sz="1500" b="1">
                <a:solidFill>
                  <a:srgbClr val="FFC76B"/>
                </a:solidFill>
              </a:defRPr>
            </a:lvl3pPr>
            <a:lvl4pPr algn="l">
              <a:defRPr sz="1500" b="1">
                <a:solidFill>
                  <a:srgbClr val="FFC76B"/>
                </a:solidFill>
              </a:defRPr>
            </a:lvl4pPr>
            <a:lvl5pPr algn="l">
              <a:defRPr sz="1500" b="1">
                <a:solidFill>
                  <a:srgbClr val="FFC76B"/>
                </a:solidFill>
              </a:defRPr>
            </a:lvl5pPr>
            <a:lvl6pPr algn="l">
              <a:defRPr sz="1500" b="1">
                <a:solidFill>
                  <a:srgbClr val="FFC76B"/>
                </a:solidFill>
              </a:defRPr>
            </a:lvl6pPr>
            <a:lvl7pPr algn="l">
              <a:defRPr sz="1500" b="1">
                <a:solidFill>
                  <a:srgbClr val="FFC76B"/>
                </a:solidFill>
              </a:defRPr>
            </a:lvl7pPr>
            <a:lvl8pPr algn="l">
              <a:defRPr sz="1500" b="1">
                <a:solidFill>
                  <a:srgbClr val="FFC76B"/>
                </a:solidFill>
              </a:defRPr>
            </a:lvl8pPr>
            <a:lvl9pPr algn="l">
              <a:defRPr sz="150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C76B"/>
                </a:solidFill>
              </a:defRPr>
            </a:pPr>
            <a:r>
              <a:rPr sz="1500" b="1">
                <a:solidFill>
                  <a:srgbClr val="FFC76B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1CA34-3294-4DC1-821E-3CF0019F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2F6F5"/>
                </a:solidFill>
              </a:defRPr>
            </a:defPPr>
            <a:lvl1pPr algn="l">
              <a:defRPr sz="1500" b="1">
                <a:solidFill>
                  <a:srgbClr val="F2F6F5"/>
                </a:solidFill>
              </a:defRPr>
            </a:lvl1pPr>
            <a:lvl2pPr algn="l">
              <a:defRPr sz="1500" b="1">
                <a:solidFill>
                  <a:srgbClr val="F2F6F5"/>
                </a:solidFill>
              </a:defRPr>
            </a:lvl2pPr>
            <a:lvl3pPr algn="l">
              <a:defRPr sz="1500" b="1">
                <a:solidFill>
                  <a:srgbClr val="F2F6F5"/>
                </a:solidFill>
              </a:defRPr>
            </a:lvl3pPr>
            <a:lvl4pPr algn="l">
              <a:defRPr sz="1500" b="1">
                <a:solidFill>
                  <a:srgbClr val="F2F6F5"/>
                </a:solidFill>
              </a:defRPr>
            </a:lvl4pPr>
            <a:lvl5pPr algn="l">
              <a:defRPr sz="1500" b="1">
                <a:solidFill>
                  <a:srgbClr val="F2F6F5"/>
                </a:solidFill>
              </a:defRPr>
            </a:lvl5pPr>
            <a:lvl6pPr algn="l">
              <a:defRPr sz="1500" b="1">
                <a:solidFill>
                  <a:srgbClr val="F2F6F5"/>
                </a:solidFill>
              </a:defRPr>
            </a:lvl6pPr>
            <a:lvl7pPr algn="l">
              <a:defRPr sz="1500" b="1">
                <a:solidFill>
                  <a:srgbClr val="F2F6F5"/>
                </a:solidFill>
              </a:defRPr>
            </a:lvl7pPr>
            <a:lvl8pPr algn="l">
              <a:defRPr sz="1500" b="1">
                <a:solidFill>
                  <a:srgbClr val="F2F6F5"/>
                </a:solidFill>
              </a:defRPr>
            </a:lvl8pPr>
            <a:lvl9pPr algn="l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Migration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6362F-FC40-45E4-8882-8AE08DC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D8E6E8"/>
                </a:solidFill>
              </a:defRPr>
            </a:defPPr>
            <a:lvl1pPr algn="l">
              <a:defRPr sz="1275" b="0">
                <a:solidFill>
                  <a:srgbClr val="D8E6E8"/>
                </a:solidFill>
              </a:defRPr>
            </a:lvl1pPr>
            <a:lvl2pPr algn="l">
              <a:defRPr sz="1275" b="0">
                <a:solidFill>
                  <a:srgbClr val="D8E6E8"/>
                </a:solidFill>
              </a:defRPr>
            </a:lvl2pPr>
            <a:lvl3pPr algn="l">
              <a:defRPr sz="1275" b="0">
                <a:solidFill>
                  <a:srgbClr val="D8E6E8"/>
                </a:solidFill>
              </a:defRPr>
            </a:lvl3pPr>
            <a:lvl4pPr algn="l">
              <a:defRPr sz="1275" b="0">
                <a:solidFill>
                  <a:srgbClr val="D8E6E8"/>
                </a:solidFill>
              </a:defRPr>
            </a:lvl4pPr>
            <a:lvl5pPr algn="l">
              <a:defRPr sz="1275" b="0">
                <a:solidFill>
                  <a:srgbClr val="D8E6E8"/>
                </a:solidFill>
              </a:defRPr>
            </a:lvl5pPr>
            <a:lvl6pPr algn="l">
              <a:defRPr sz="1275" b="0">
                <a:solidFill>
                  <a:srgbClr val="D8E6E8"/>
                </a:solidFill>
              </a:defRPr>
            </a:lvl6pPr>
            <a:lvl7pPr algn="l">
              <a:defRPr sz="1275" b="0">
                <a:solidFill>
                  <a:srgbClr val="D8E6E8"/>
                </a:solidFill>
              </a:defRPr>
            </a:lvl7pPr>
            <a:lvl8pPr algn="l">
              <a:defRPr sz="1275" b="0">
                <a:solidFill>
                  <a:srgbClr val="D8E6E8"/>
                </a:solidFill>
              </a:defRPr>
            </a:lvl8pPr>
            <a:lvl9pPr algn="l">
              <a:defRPr sz="127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6E8"/>
                </a:solidFill>
              </a:defRPr>
            </a:pPr>
            <a:r>
              <a:rPr sz="1275" b="0">
                <a:solidFill>
                  <a:srgbClr val="D8E6E8"/>
                </a:solidFill>
              </a:rPr>
              <a:t>Dependency graph, scoring, Opt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AEBDA-DA2B-41EA-BDAF-22FAAC8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576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FC1C9"/>
                </a:solidFill>
              </a:defRPr>
            </a:defPPr>
            <a:lvl1pPr algn="l">
              <a:defRPr sz="1275" b="0">
                <a:solidFill>
                  <a:srgbClr val="AFC1C9"/>
                </a:solidFill>
              </a:defRPr>
            </a:lvl1pPr>
            <a:lvl2pPr algn="l">
              <a:defRPr sz="1275" b="0">
                <a:solidFill>
                  <a:srgbClr val="AFC1C9"/>
                </a:solidFill>
              </a:defRPr>
            </a:lvl2pPr>
            <a:lvl3pPr algn="l">
              <a:defRPr sz="1275" b="0">
                <a:solidFill>
                  <a:srgbClr val="AFC1C9"/>
                </a:solidFill>
              </a:defRPr>
            </a:lvl3pPr>
            <a:lvl4pPr algn="l">
              <a:defRPr sz="1275" b="0">
                <a:solidFill>
                  <a:srgbClr val="AFC1C9"/>
                </a:solidFill>
              </a:defRPr>
            </a:lvl4pPr>
            <a:lvl5pPr algn="l">
              <a:defRPr sz="1275" b="0">
                <a:solidFill>
                  <a:srgbClr val="AFC1C9"/>
                </a:solidFill>
              </a:defRPr>
            </a:lvl5pPr>
            <a:lvl6pPr algn="l">
              <a:defRPr sz="1275" b="0">
                <a:solidFill>
                  <a:srgbClr val="AFC1C9"/>
                </a:solidFill>
              </a:defRPr>
            </a:lvl6pPr>
            <a:lvl7pPr algn="l">
              <a:defRPr sz="1275" b="0">
                <a:solidFill>
                  <a:srgbClr val="AFC1C9"/>
                </a:solidFill>
              </a:defRPr>
            </a:lvl7pPr>
            <a:lvl8pPr algn="l">
              <a:defRPr sz="1275" b="0">
                <a:solidFill>
                  <a:srgbClr val="AFC1C9"/>
                </a:solidFill>
              </a:defRPr>
            </a:lvl8pPr>
            <a:lvl9pPr algn="l">
              <a:defRPr sz="127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FC1C9"/>
                </a:solidFill>
              </a:defRPr>
            </a:pPr>
            <a:r>
              <a:rPr sz="1275" b="0">
                <a:solidFill>
                  <a:srgbClr val="AFC1C9"/>
                </a:solidFill>
              </a:rPr>
              <a:t>Ordered plan + solver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728D1-06EF-4520-A599-517844C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C0E83-3AD6-4AFD-8144-A9858A91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C76B"/>
                </a:solidFill>
              </a:defRPr>
            </a:defPPr>
            <a:lvl1pPr algn="l">
              <a:defRPr sz="1500" b="1">
                <a:solidFill>
                  <a:srgbClr val="FFC76B"/>
                </a:solidFill>
              </a:defRPr>
            </a:lvl1pPr>
            <a:lvl2pPr algn="l">
              <a:defRPr sz="1500" b="1">
                <a:solidFill>
                  <a:srgbClr val="FFC76B"/>
                </a:solidFill>
              </a:defRPr>
            </a:lvl2pPr>
            <a:lvl3pPr algn="l">
              <a:defRPr sz="1500" b="1">
                <a:solidFill>
                  <a:srgbClr val="FFC76B"/>
                </a:solidFill>
              </a:defRPr>
            </a:lvl3pPr>
            <a:lvl4pPr algn="l">
              <a:defRPr sz="1500" b="1">
                <a:solidFill>
                  <a:srgbClr val="FFC76B"/>
                </a:solidFill>
              </a:defRPr>
            </a:lvl4pPr>
            <a:lvl5pPr algn="l">
              <a:defRPr sz="1500" b="1">
                <a:solidFill>
                  <a:srgbClr val="FFC76B"/>
                </a:solidFill>
              </a:defRPr>
            </a:lvl5pPr>
            <a:lvl6pPr algn="l">
              <a:defRPr sz="1500" b="1">
                <a:solidFill>
                  <a:srgbClr val="FFC76B"/>
                </a:solidFill>
              </a:defRPr>
            </a:lvl6pPr>
            <a:lvl7pPr algn="l">
              <a:defRPr sz="1500" b="1">
                <a:solidFill>
                  <a:srgbClr val="FFC76B"/>
                </a:solidFill>
              </a:defRPr>
            </a:lvl7pPr>
            <a:lvl8pPr algn="l">
              <a:defRPr sz="1500" b="1">
                <a:solidFill>
                  <a:srgbClr val="FFC76B"/>
                </a:solidFill>
              </a:defRPr>
            </a:lvl8pPr>
            <a:lvl9pPr algn="l">
              <a:defRPr sz="150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C76B"/>
                </a:solidFill>
              </a:defRPr>
            </a:pPr>
            <a:r>
              <a:rPr sz="1500" b="1">
                <a:solidFill>
                  <a:srgbClr val="FFC76B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BDDEE-87CC-4956-B0AF-93030D51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2F6F5"/>
                </a:solidFill>
              </a:defRPr>
            </a:defPPr>
            <a:lvl1pPr algn="l">
              <a:defRPr sz="1500" b="1">
                <a:solidFill>
                  <a:srgbClr val="F2F6F5"/>
                </a:solidFill>
              </a:defRPr>
            </a:lvl1pPr>
            <a:lvl2pPr algn="l">
              <a:defRPr sz="1500" b="1">
                <a:solidFill>
                  <a:srgbClr val="F2F6F5"/>
                </a:solidFill>
              </a:defRPr>
            </a:lvl2pPr>
            <a:lvl3pPr algn="l">
              <a:defRPr sz="1500" b="1">
                <a:solidFill>
                  <a:srgbClr val="F2F6F5"/>
                </a:solidFill>
              </a:defRPr>
            </a:lvl3pPr>
            <a:lvl4pPr algn="l">
              <a:defRPr sz="1500" b="1">
                <a:solidFill>
                  <a:srgbClr val="F2F6F5"/>
                </a:solidFill>
              </a:defRPr>
            </a:lvl4pPr>
            <a:lvl5pPr algn="l">
              <a:defRPr sz="1500" b="1">
                <a:solidFill>
                  <a:srgbClr val="F2F6F5"/>
                </a:solidFill>
              </a:defRPr>
            </a:lvl5pPr>
            <a:lvl6pPr algn="l">
              <a:defRPr sz="1500" b="1">
                <a:solidFill>
                  <a:srgbClr val="F2F6F5"/>
                </a:solidFill>
              </a:defRPr>
            </a:lvl6pPr>
            <a:lvl7pPr algn="l">
              <a:defRPr sz="1500" b="1">
                <a:solidFill>
                  <a:srgbClr val="F2F6F5"/>
                </a:solidFill>
              </a:defRPr>
            </a:lvl7pPr>
            <a:lvl8pPr algn="l">
              <a:defRPr sz="1500" b="1">
                <a:solidFill>
                  <a:srgbClr val="F2F6F5"/>
                </a:solidFill>
              </a:defRPr>
            </a:lvl8pPr>
            <a:lvl9pPr algn="l">
              <a:defRPr sz="15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2F6F5"/>
                </a:solidFill>
              </a:defRPr>
            </a:pPr>
            <a:r>
              <a:rPr sz="1500" b="1">
                <a:solidFill>
                  <a:srgbClr val="F2F6F5"/>
                </a:solidFill>
              </a:rPr>
              <a:t>Verification + 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A617B-49C2-4820-A8C6-2543215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D8E6E8"/>
                </a:solidFill>
              </a:defRPr>
            </a:defPPr>
            <a:lvl1pPr algn="l">
              <a:defRPr sz="1275" b="0">
                <a:solidFill>
                  <a:srgbClr val="D8E6E8"/>
                </a:solidFill>
              </a:defRPr>
            </a:lvl1pPr>
            <a:lvl2pPr algn="l">
              <a:defRPr sz="1275" b="0">
                <a:solidFill>
                  <a:srgbClr val="D8E6E8"/>
                </a:solidFill>
              </a:defRPr>
            </a:lvl2pPr>
            <a:lvl3pPr algn="l">
              <a:defRPr sz="1275" b="0">
                <a:solidFill>
                  <a:srgbClr val="D8E6E8"/>
                </a:solidFill>
              </a:defRPr>
            </a:lvl3pPr>
            <a:lvl4pPr algn="l">
              <a:defRPr sz="1275" b="0">
                <a:solidFill>
                  <a:srgbClr val="D8E6E8"/>
                </a:solidFill>
              </a:defRPr>
            </a:lvl4pPr>
            <a:lvl5pPr algn="l">
              <a:defRPr sz="1275" b="0">
                <a:solidFill>
                  <a:srgbClr val="D8E6E8"/>
                </a:solidFill>
              </a:defRPr>
            </a:lvl5pPr>
            <a:lvl6pPr algn="l">
              <a:defRPr sz="1275" b="0">
                <a:solidFill>
                  <a:srgbClr val="D8E6E8"/>
                </a:solidFill>
              </a:defRPr>
            </a:lvl6pPr>
            <a:lvl7pPr algn="l">
              <a:defRPr sz="1275" b="0">
                <a:solidFill>
                  <a:srgbClr val="D8E6E8"/>
                </a:solidFill>
              </a:defRPr>
            </a:lvl7pPr>
            <a:lvl8pPr algn="l">
              <a:defRPr sz="1275" b="0">
                <a:solidFill>
                  <a:srgbClr val="D8E6E8"/>
                </a:solidFill>
              </a:defRPr>
            </a:lvl8pPr>
            <a:lvl9pPr algn="l">
              <a:defRPr sz="127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8E6E8"/>
                </a:solidFill>
              </a:defRPr>
            </a:pPr>
            <a:r>
              <a:rPr sz="1275" b="0">
                <a:solidFill>
                  <a:srgbClr val="D8E6E8"/>
                </a:solidFill>
              </a:rPr>
              <a:t>Traces, compatibility, overhead, 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CF212-F43F-4AE2-90C3-E8816BA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387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AFC1C9"/>
                </a:solidFill>
              </a:defRPr>
            </a:defPPr>
            <a:lvl1pPr algn="l">
              <a:defRPr sz="1275" b="0">
                <a:solidFill>
                  <a:srgbClr val="AFC1C9"/>
                </a:solidFill>
              </a:defRPr>
            </a:lvl1pPr>
            <a:lvl2pPr algn="l">
              <a:defRPr sz="1275" b="0">
                <a:solidFill>
                  <a:srgbClr val="AFC1C9"/>
                </a:solidFill>
              </a:defRPr>
            </a:lvl2pPr>
            <a:lvl3pPr algn="l">
              <a:defRPr sz="1275" b="0">
                <a:solidFill>
                  <a:srgbClr val="AFC1C9"/>
                </a:solidFill>
              </a:defRPr>
            </a:lvl3pPr>
            <a:lvl4pPr algn="l">
              <a:defRPr sz="1275" b="0">
                <a:solidFill>
                  <a:srgbClr val="AFC1C9"/>
                </a:solidFill>
              </a:defRPr>
            </a:lvl4pPr>
            <a:lvl5pPr algn="l">
              <a:defRPr sz="1275" b="0">
                <a:solidFill>
                  <a:srgbClr val="AFC1C9"/>
                </a:solidFill>
              </a:defRPr>
            </a:lvl5pPr>
            <a:lvl6pPr algn="l">
              <a:defRPr sz="1275" b="0">
                <a:solidFill>
                  <a:srgbClr val="AFC1C9"/>
                </a:solidFill>
              </a:defRPr>
            </a:lvl6pPr>
            <a:lvl7pPr algn="l">
              <a:defRPr sz="1275" b="0">
                <a:solidFill>
                  <a:srgbClr val="AFC1C9"/>
                </a:solidFill>
              </a:defRPr>
            </a:lvl7pPr>
            <a:lvl8pPr algn="l">
              <a:defRPr sz="1275" b="0">
                <a:solidFill>
                  <a:srgbClr val="AFC1C9"/>
                </a:solidFill>
              </a:defRPr>
            </a:lvl8pPr>
            <a:lvl9pPr algn="l">
              <a:defRPr sz="1275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FC1C9"/>
                </a:solidFill>
              </a:defRPr>
            </a:pPr>
            <a:r>
              <a:rPr sz="1275" b="0">
                <a:solidFill>
                  <a:srgbClr val="AFC1C9"/>
                </a:solidFill>
              </a:rPr>
              <a:t>Gate results + rollback procedure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CE47A-1D0F-4247-8197-A072A80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43D9BC"/>
                </a:solidFill>
              </a:defRPr>
            </a:defPPr>
            <a:lvl1pPr algn="l">
              <a:defRPr sz="1350" b="1">
                <a:solidFill>
                  <a:srgbClr val="43D9BC"/>
                </a:solidFill>
              </a:defRPr>
            </a:lvl1pPr>
            <a:lvl2pPr algn="l">
              <a:defRPr sz="1350" b="1">
                <a:solidFill>
                  <a:srgbClr val="43D9BC"/>
                </a:solidFill>
              </a:defRPr>
            </a:lvl2pPr>
            <a:lvl3pPr algn="l">
              <a:defRPr sz="1350" b="1">
                <a:solidFill>
                  <a:srgbClr val="43D9BC"/>
                </a:solidFill>
              </a:defRPr>
            </a:lvl3pPr>
            <a:lvl4pPr algn="l">
              <a:defRPr sz="1350" b="1">
                <a:solidFill>
                  <a:srgbClr val="43D9BC"/>
                </a:solidFill>
              </a:defRPr>
            </a:lvl4pPr>
            <a:lvl5pPr algn="l">
              <a:defRPr sz="1350" b="1">
                <a:solidFill>
                  <a:srgbClr val="43D9BC"/>
                </a:solidFill>
              </a:defRPr>
            </a:lvl5pPr>
            <a:lvl6pPr algn="l">
              <a:defRPr sz="1350" b="1">
                <a:solidFill>
                  <a:srgbClr val="43D9BC"/>
                </a:solidFill>
              </a:defRPr>
            </a:lvl6pPr>
            <a:lvl7pPr algn="l">
              <a:defRPr sz="1350" b="1">
                <a:solidFill>
                  <a:srgbClr val="43D9BC"/>
                </a:solidFill>
              </a:defRPr>
            </a:lvl7pPr>
            <a:lvl8pPr algn="l">
              <a:defRPr sz="1350" b="1">
                <a:solidFill>
                  <a:srgbClr val="43D9BC"/>
                </a:solidFill>
              </a:defRPr>
            </a:lvl8pPr>
            <a:lvl9pPr algn="l">
              <a:defRPr sz="13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9BC"/>
                </a:solidFill>
              </a:defRPr>
            </a:pPr>
            <a:r>
              <a:rPr sz="1350" b="1">
                <a:solidFill>
                  <a:srgbClr val="43D9BC"/>
                </a:solidFill>
              </a:rPr>
              <a:t>Agree on the finding and migration-task formats before parallel coding.</a:t>
            </a:r>
          </a:p>
        </p:txBody>
      </p:sp>
    </p:spTree>
    <p:extLst>
      <p:ext uri="{BB962C8B-B14F-4D97-AF65-F5344CB8AC3E}">
        <p14:creationId xmlns:p14="http://schemas.microsoft.com/office/powerpoint/2010/main" val="615554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DE924-6906-4BD1-A9A7-8C3920C6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43D9BC"/>
                </a:solidFill>
              </a:defRPr>
            </a:defPPr>
            <a:lvl1pPr algn="l">
              <a:defRPr sz="1050" b="1">
                <a:solidFill>
                  <a:srgbClr val="43D9BC"/>
                </a:solidFill>
              </a:defRPr>
            </a:lvl1pPr>
            <a:lvl2pPr algn="l">
              <a:defRPr sz="1050" b="1">
                <a:solidFill>
                  <a:srgbClr val="43D9BC"/>
                </a:solidFill>
              </a:defRPr>
            </a:lvl2pPr>
            <a:lvl3pPr algn="l">
              <a:defRPr sz="1050" b="1">
                <a:solidFill>
                  <a:srgbClr val="43D9BC"/>
                </a:solidFill>
              </a:defRPr>
            </a:lvl3pPr>
            <a:lvl4pPr algn="l">
              <a:defRPr sz="1050" b="1">
                <a:solidFill>
                  <a:srgbClr val="43D9BC"/>
                </a:solidFill>
              </a:defRPr>
            </a:lvl4pPr>
            <a:lvl5pPr algn="l">
              <a:defRPr sz="1050" b="1">
                <a:solidFill>
                  <a:srgbClr val="43D9BC"/>
                </a:solidFill>
              </a:defRPr>
            </a:lvl5pPr>
            <a:lvl6pPr algn="l">
              <a:defRPr sz="1050" b="1">
                <a:solidFill>
                  <a:srgbClr val="43D9BC"/>
                </a:solidFill>
              </a:defRPr>
            </a:lvl6pPr>
            <a:lvl7pPr algn="l">
              <a:defRPr sz="1050" b="1">
                <a:solidFill>
                  <a:srgbClr val="43D9BC"/>
                </a:solidFill>
              </a:defRPr>
            </a:lvl7pPr>
            <a:lvl8pPr algn="l">
              <a:defRPr sz="1050" b="1">
                <a:solidFill>
                  <a:srgbClr val="43D9BC"/>
                </a:solidFill>
              </a:defRPr>
            </a:lvl8pPr>
            <a:lvl9pPr algn="l">
              <a:defRPr sz="1050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9BC"/>
                </a:solidFill>
              </a:defRPr>
            </a:pPr>
            <a:r>
              <a:rPr sz="1050" b="1">
                <a:solidFill>
                  <a:srgbClr val="43D9BC"/>
                </a:solidFill>
              </a:rPr>
              <a:t>CRYPTOSHIFT · PQC-01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CE05A-323C-4888-A745-FDF7C7F1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2F6F5"/>
                </a:solidFill>
              </a:defRPr>
            </a:defPPr>
            <a:lvl1pPr algn="l">
              <a:defRPr sz="2700" b="1">
                <a:solidFill>
                  <a:srgbClr val="F2F6F5"/>
                </a:solidFill>
              </a:defRPr>
            </a:lvl1pPr>
            <a:lvl2pPr algn="l">
              <a:defRPr sz="2700" b="1">
                <a:solidFill>
                  <a:srgbClr val="F2F6F5"/>
                </a:solidFill>
              </a:defRPr>
            </a:lvl2pPr>
            <a:lvl3pPr algn="l">
              <a:defRPr sz="2700" b="1">
                <a:solidFill>
                  <a:srgbClr val="F2F6F5"/>
                </a:solidFill>
              </a:defRPr>
            </a:lvl3pPr>
            <a:lvl4pPr algn="l">
              <a:defRPr sz="2700" b="1">
                <a:solidFill>
                  <a:srgbClr val="F2F6F5"/>
                </a:solidFill>
              </a:defRPr>
            </a:lvl4pPr>
            <a:lvl5pPr algn="l">
              <a:defRPr sz="2700" b="1">
                <a:solidFill>
                  <a:srgbClr val="F2F6F5"/>
                </a:solidFill>
              </a:defRPr>
            </a:lvl5pPr>
            <a:lvl6pPr algn="l">
              <a:defRPr sz="2700" b="1">
                <a:solidFill>
                  <a:srgbClr val="F2F6F5"/>
                </a:solidFill>
              </a:defRPr>
            </a:lvl6pPr>
            <a:lvl7pPr algn="l">
              <a:defRPr sz="2700" b="1">
                <a:solidFill>
                  <a:srgbClr val="F2F6F5"/>
                </a:solidFill>
              </a:defRPr>
            </a:lvl7pPr>
            <a:lvl8pPr algn="l">
              <a:defRPr sz="2700" b="1">
                <a:solidFill>
                  <a:srgbClr val="F2F6F5"/>
                </a:solidFill>
              </a:defRPr>
            </a:lvl8pPr>
            <a:lvl9pPr algn="l">
              <a:defRPr sz="270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2F6F5"/>
                </a:solidFill>
              </a:defRPr>
            </a:pPr>
            <a:r>
              <a:rPr sz="2700" b="1">
                <a:solidFill>
                  <a:srgbClr val="F2F6F5"/>
                </a:solidFill>
              </a:rPr>
              <a:t>36-hour build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324C0-F084-4A90-BA40-80E0B0C8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E9DE9-D066-4A1C-9664-399B5073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AFC1C9"/>
                </a:solidFill>
              </a:defRPr>
            </a:defPPr>
            <a:lvl1pPr algn="r">
              <a:defRPr sz="975" b="1">
                <a:solidFill>
                  <a:srgbClr val="AFC1C9"/>
                </a:solidFill>
              </a:defRPr>
            </a:lvl1pPr>
            <a:lvl2pPr algn="r">
              <a:defRPr sz="975" b="1">
                <a:solidFill>
                  <a:srgbClr val="AFC1C9"/>
                </a:solidFill>
              </a:defRPr>
            </a:lvl2pPr>
            <a:lvl3pPr algn="r">
              <a:defRPr sz="975" b="1">
                <a:solidFill>
                  <a:srgbClr val="AFC1C9"/>
                </a:solidFill>
              </a:defRPr>
            </a:lvl3pPr>
            <a:lvl4pPr algn="r">
              <a:defRPr sz="975" b="1">
                <a:solidFill>
                  <a:srgbClr val="AFC1C9"/>
                </a:solidFill>
              </a:defRPr>
            </a:lvl4pPr>
            <a:lvl5pPr algn="r">
              <a:defRPr sz="975" b="1">
                <a:solidFill>
                  <a:srgbClr val="AFC1C9"/>
                </a:solidFill>
              </a:defRPr>
            </a:lvl5pPr>
            <a:lvl6pPr algn="r">
              <a:defRPr sz="975" b="1">
                <a:solidFill>
                  <a:srgbClr val="AFC1C9"/>
                </a:solidFill>
              </a:defRPr>
            </a:lvl6pPr>
            <a:lvl7pPr algn="r">
              <a:defRPr sz="975" b="1">
                <a:solidFill>
                  <a:srgbClr val="AFC1C9"/>
                </a:solidFill>
              </a:defRPr>
            </a:lvl7pPr>
            <a:lvl8pPr algn="r">
              <a:defRPr sz="975" b="1">
                <a:solidFill>
                  <a:srgbClr val="AFC1C9"/>
                </a:solidFill>
              </a:defRPr>
            </a:lvl8pPr>
            <a:lvl9pPr algn="r">
              <a:defRPr sz="975" b="1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FC1C9"/>
                </a:solidFill>
              </a:defRPr>
            </a:pPr>
            <a:r>
              <a:rPr sz="975" b="1">
                <a:solidFill>
                  <a:srgbClr val="AFC1C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8EAFE-A682-48DF-93A4-ACD6888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0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8FA7E-008E-4287-B22D-C6D36505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78882-185C-4CE0-8862-242B13BF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92131"/>
                </a:solidFill>
              </a:defRPr>
            </a:defPPr>
            <a:lvl1pPr algn="ctr">
              <a:defRPr sz="1275" b="1">
                <a:solidFill>
                  <a:srgbClr val="092131"/>
                </a:solidFill>
              </a:defRPr>
            </a:lvl1pPr>
            <a:lvl2pPr algn="ctr">
              <a:defRPr sz="1275" b="1">
                <a:solidFill>
                  <a:srgbClr val="092131"/>
                </a:solidFill>
              </a:defRPr>
            </a:lvl2pPr>
            <a:lvl3pPr algn="ctr">
              <a:defRPr sz="1275" b="1">
                <a:solidFill>
                  <a:srgbClr val="092131"/>
                </a:solidFill>
              </a:defRPr>
            </a:lvl3pPr>
            <a:lvl4pPr algn="ctr">
              <a:defRPr sz="1275" b="1">
                <a:solidFill>
                  <a:srgbClr val="092131"/>
                </a:solidFill>
              </a:defRPr>
            </a:lvl4pPr>
            <a:lvl5pPr algn="ctr">
              <a:defRPr sz="1275" b="1">
                <a:solidFill>
                  <a:srgbClr val="092131"/>
                </a:solidFill>
              </a:defRPr>
            </a:lvl5pPr>
            <a:lvl6pPr algn="ctr">
              <a:defRPr sz="1275" b="1">
                <a:solidFill>
                  <a:srgbClr val="092131"/>
                </a:solidFill>
              </a:defRPr>
            </a:lvl6pPr>
            <a:lvl7pPr algn="ctr">
              <a:defRPr sz="1275" b="1">
                <a:solidFill>
                  <a:srgbClr val="092131"/>
                </a:solidFill>
              </a:defRPr>
            </a:lvl7pPr>
            <a:lvl8pPr algn="ctr">
              <a:defRPr sz="1275" b="1">
                <a:solidFill>
                  <a:srgbClr val="092131"/>
                </a:solidFill>
              </a:defRPr>
            </a:lvl8pPr>
            <a:lvl9pPr algn="ctr">
              <a:defRPr sz="1275" b="1">
                <a:solidFill>
                  <a:srgbClr val="092131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2131"/>
                </a:solidFill>
              </a:defRPr>
            </a:pPr>
            <a:r>
              <a:rPr sz="1275" b="1">
                <a:solidFill>
                  <a:srgbClr val="09213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83BDE-8670-4655-A85B-478DE3A8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3D9BC"/>
                </a:solidFill>
              </a:defRPr>
            </a:defPPr>
            <a:lvl1pPr algn="l">
              <a:defRPr sz="1275" b="1">
                <a:solidFill>
                  <a:srgbClr val="43D9BC"/>
                </a:solidFill>
              </a:defRPr>
            </a:lvl1pPr>
            <a:lvl2pPr algn="l">
              <a:defRPr sz="1275" b="1">
                <a:solidFill>
                  <a:srgbClr val="43D9BC"/>
                </a:solidFill>
              </a:defRPr>
            </a:lvl2pPr>
            <a:lvl3pPr algn="l">
              <a:defRPr sz="1275" b="1">
                <a:solidFill>
                  <a:srgbClr val="43D9BC"/>
                </a:solidFill>
              </a:defRPr>
            </a:lvl3pPr>
            <a:lvl4pPr algn="l">
              <a:defRPr sz="1275" b="1">
                <a:solidFill>
                  <a:srgbClr val="43D9BC"/>
                </a:solidFill>
              </a:defRPr>
            </a:lvl4pPr>
            <a:lvl5pPr algn="l">
              <a:defRPr sz="1275" b="1">
                <a:solidFill>
                  <a:srgbClr val="43D9BC"/>
                </a:solidFill>
              </a:defRPr>
            </a:lvl5pPr>
            <a:lvl6pPr algn="l">
              <a:defRPr sz="1275" b="1">
                <a:solidFill>
                  <a:srgbClr val="43D9BC"/>
                </a:solidFill>
              </a:defRPr>
            </a:lvl6pPr>
            <a:lvl7pPr algn="l">
              <a:defRPr sz="1275" b="1">
                <a:solidFill>
                  <a:srgbClr val="43D9BC"/>
                </a:solidFill>
              </a:defRPr>
            </a:lvl7pPr>
            <a:lvl8pPr algn="l">
              <a:defRPr sz="1275" b="1">
                <a:solidFill>
                  <a:srgbClr val="43D9BC"/>
                </a:solidFill>
              </a:defRPr>
            </a:lvl8pPr>
            <a:lvl9pPr algn="l">
              <a:defRPr sz="12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3D9BC"/>
                </a:solidFill>
              </a:defRPr>
            </a:pPr>
            <a:r>
              <a:rPr sz="1275" b="1">
                <a:solidFill>
                  <a:srgbClr val="43D9BC"/>
                </a:solidFill>
              </a:rPr>
              <a:t>0–2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5F559-CCCB-4EF9-ADC7-9891312C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2F6F5"/>
                </a:solidFill>
              </a:defRPr>
            </a:defPPr>
            <a:lvl1pPr algn="l">
              <a:defRPr sz="1350" b="1">
                <a:solidFill>
                  <a:srgbClr val="F2F6F5"/>
                </a:solidFill>
              </a:defRPr>
            </a:lvl1pPr>
            <a:lvl2pPr algn="l">
              <a:defRPr sz="1350" b="1">
                <a:solidFill>
                  <a:srgbClr val="F2F6F5"/>
                </a:solidFill>
              </a:defRPr>
            </a:lvl2pPr>
            <a:lvl3pPr algn="l">
              <a:defRPr sz="1350" b="1">
                <a:solidFill>
                  <a:srgbClr val="F2F6F5"/>
                </a:solidFill>
              </a:defRPr>
            </a:lvl3pPr>
            <a:lvl4pPr algn="l">
              <a:defRPr sz="1350" b="1">
                <a:solidFill>
                  <a:srgbClr val="F2F6F5"/>
                </a:solidFill>
              </a:defRPr>
            </a:lvl4pPr>
            <a:lvl5pPr algn="l">
              <a:defRPr sz="1350" b="1">
                <a:solidFill>
                  <a:srgbClr val="F2F6F5"/>
                </a:solidFill>
              </a:defRPr>
            </a:lvl5pPr>
            <a:lvl6pPr algn="l">
              <a:defRPr sz="1350" b="1">
                <a:solidFill>
                  <a:srgbClr val="F2F6F5"/>
                </a:solidFill>
              </a:defRPr>
            </a:lvl6pPr>
            <a:lvl7pPr algn="l">
              <a:defRPr sz="1350" b="1">
                <a:solidFill>
                  <a:srgbClr val="F2F6F5"/>
                </a:solidFill>
              </a:defRPr>
            </a:lvl7pPr>
            <a:lvl8pPr algn="l">
              <a:defRPr sz="1350" b="1">
                <a:solidFill>
                  <a:srgbClr val="F2F6F5"/>
                </a:solidFill>
              </a:defRPr>
            </a:lvl8pPr>
            <a:lvl9pPr algn="l">
              <a:defRPr sz="135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6F5"/>
                </a:solidFill>
              </a:defRPr>
            </a:pPr>
            <a:r>
              <a:rPr sz="1350" b="1">
                <a:solidFill>
                  <a:srgbClr val="F2F6F5"/>
                </a:solidFill>
              </a:rPr>
              <a:t>Scope +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DB027-2C22-460D-AD8F-8F0B5D9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09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AFC1C9"/>
                </a:solidFill>
              </a:defRPr>
            </a:defPPr>
            <a:lvl1pPr algn="l">
              <a:defRPr sz="1200" b="0">
                <a:solidFill>
                  <a:srgbClr val="AFC1C9"/>
                </a:solidFill>
              </a:defRPr>
            </a:lvl1pPr>
            <a:lvl2pPr algn="l">
              <a:defRPr sz="1200" b="0">
                <a:solidFill>
                  <a:srgbClr val="AFC1C9"/>
                </a:solidFill>
              </a:defRPr>
            </a:lvl2pPr>
            <a:lvl3pPr algn="l">
              <a:defRPr sz="1200" b="0">
                <a:solidFill>
                  <a:srgbClr val="AFC1C9"/>
                </a:solidFill>
              </a:defRPr>
            </a:lvl3pPr>
            <a:lvl4pPr algn="l">
              <a:defRPr sz="1200" b="0">
                <a:solidFill>
                  <a:srgbClr val="AFC1C9"/>
                </a:solidFill>
              </a:defRPr>
            </a:lvl4pPr>
            <a:lvl5pPr algn="l">
              <a:defRPr sz="1200" b="0">
                <a:solidFill>
                  <a:srgbClr val="AFC1C9"/>
                </a:solidFill>
              </a:defRPr>
            </a:lvl5pPr>
            <a:lvl6pPr algn="l">
              <a:defRPr sz="1200" b="0">
                <a:solidFill>
                  <a:srgbClr val="AFC1C9"/>
                </a:solidFill>
              </a:defRPr>
            </a:lvl6pPr>
            <a:lvl7pPr algn="l">
              <a:defRPr sz="1200" b="0">
                <a:solidFill>
                  <a:srgbClr val="AFC1C9"/>
                </a:solidFill>
              </a:defRPr>
            </a:lvl7pPr>
            <a:lvl8pPr algn="l">
              <a:defRPr sz="1200" b="0">
                <a:solidFill>
                  <a:srgbClr val="AFC1C9"/>
                </a:solidFill>
              </a:defRPr>
            </a:lvl8pPr>
            <a:lvl9pPr algn="l">
              <a:defRPr sz="12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FC1C9"/>
                </a:solidFill>
              </a:defRPr>
            </a:pPr>
            <a:r>
              <a:rPr sz="1200" b="0">
                <a:solidFill>
                  <a:srgbClr val="AFC1C9"/>
                </a:solidFill>
              </a:rPr>
              <a:t>Agree data formats; test SDK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903A2-3C3D-49CC-8DE9-8B6AA30D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E91C8-D255-4832-8801-9470472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92131"/>
                </a:solidFill>
              </a:defRPr>
            </a:defPPr>
            <a:lvl1pPr algn="ctr">
              <a:defRPr sz="1275" b="1">
                <a:solidFill>
                  <a:srgbClr val="092131"/>
                </a:solidFill>
              </a:defRPr>
            </a:lvl1pPr>
            <a:lvl2pPr algn="ctr">
              <a:defRPr sz="1275" b="1">
                <a:solidFill>
                  <a:srgbClr val="092131"/>
                </a:solidFill>
              </a:defRPr>
            </a:lvl2pPr>
            <a:lvl3pPr algn="ctr">
              <a:defRPr sz="1275" b="1">
                <a:solidFill>
                  <a:srgbClr val="092131"/>
                </a:solidFill>
              </a:defRPr>
            </a:lvl3pPr>
            <a:lvl4pPr algn="ctr">
              <a:defRPr sz="1275" b="1">
                <a:solidFill>
                  <a:srgbClr val="092131"/>
                </a:solidFill>
              </a:defRPr>
            </a:lvl4pPr>
            <a:lvl5pPr algn="ctr">
              <a:defRPr sz="1275" b="1">
                <a:solidFill>
                  <a:srgbClr val="092131"/>
                </a:solidFill>
              </a:defRPr>
            </a:lvl5pPr>
            <a:lvl6pPr algn="ctr">
              <a:defRPr sz="1275" b="1">
                <a:solidFill>
                  <a:srgbClr val="092131"/>
                </a:solidFill>
              </a:defRPr>
            </a:lvl6pPr>
            <a:lvl7pPr algn="ctr">
              <a:defRPr sz="1275" b="1">
                <a:solidFill>
                  <a:srgbClr val="092131"/>
                </a:solidFill>
              </a:defRPr>
            </a:lvl7pPr>
            <a:lvl8pPr algn="ctr">
              <a:defRPr sz="1275" b="1">
                <a:solidFill>
                  <a:srgbClr val="092131"/>
                </a:solidFill>
              </a:defRPr>
            </a:lvl8pPr>
            <a:lvl9pPr algn="ctr">
              <a:defRPr sz="1275" b="1">
                <a:solidFill>
                  <a:srgbClr val="092131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2131"/>
                </a:solidFill>
              </a:defRPr>
            </a:pPr>
            <a:r>
              <a:rPr sz="1275" b="1">
                <a:solidFill>
                  <a:srgbClr val="09213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51635-E04D-40CB-BF08-25AB108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3D9BC"/>
                </a:solidFill>
              </a:defRPr>
            </a:defPPr>
            <a:lvl1pPr algn="l">
              <a:defRPr sz="1275" b="1">
                <a:solidFill>
                  <a:srgbClr val="43D9BC"/>
                </a:solidFill>
              </a:defRPr>
            </a:lvl1pPr>
            <a:lvl2pPr algn="l">
              <a:defRPr sz="1275" b="1">
                <a:solidFill>
                  <a:srgbClr val="43D9BC"/>
                </a:solidFill>
              </a:defRPr>
            </a:lvl2pPr>
            <a:lvl3pPr algn="l">
              <a:defRPr sz="1275" b="1">
                <a:solidFill>
                  <a:srgbClr val="43D9BC"/>
                </a:solidFill>
              </a:defRPr>
            </a:lvl3pPr>
            <a:lvl4pPr algn="l">
              <a:defRPr sz="1275" b="1">
                <a:solidFill>
                  <a:srgbClr val="43D9BC"/>
                </a:solidFill>
              </a:defRPr>
            </a:lvl4pPr>
            <a:lvl5pPr algn="l">
              <a:defRPr sz="1275" b="1">
                <a:solidFill>
                  <a:srgbClr val="43D9BC"/>
                </a:solidFill>
              </a:defRPr>
            </a:lvl5pPr>
            <a:lvl6pPr algn="l">
              <a:defRPr sz="1275" b="1">
                <a:solidFill>
                  <a:srgbClr val="43D9BC"/>
                </a:solidFill>
              </a:defRPr>
            </a:lvl6pPr>
            <a:lvl7pPr algn="l">
              <a:defRPr sz="1275" b="1">
                <a:solidFill>
                  <a:srgbClr val="43D9BC"/>
                </a:solidFill>
              </a:defRPr>
            </a:lvl7pPr>
            <a:lvl8pPr algn="l">
              <a:defRPr sz="1275" b="1">
                <a:solidFill>
                  <a:srgbClr val="43D9BC"/>
                </a:solidFill>
              </a:defRPr>
            </a:lvl8pPr>
            <a:lvl9pPr algn="l">
              <a:defRPr sz="12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3D9BC"/>
                </a:solidFill>
              </a:defRPr>
            </a:pPr>
            <a:r>
              <a:rPr sz="1275" b="1">
                <a:solidFill>
                  <a:srgbClr val="43D9BC"/>
                </a:solidFill>
              </a:rPr>
              <a:t>2–8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FD3A3-96ED-4F72-9EA7-3D10983E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2F6F5"/>
                </a:solidFill>
              </a:defRPr>
            </a:defPPr>
            <a:lvl1pPr algn="l">
              <a:defRPr sz="1350" b="1">
                <a:solidFill>
                  <a:srgbClr val="F2F6F5"/>
                </a:solidFill>
              </a:defRPr>
            </a:lvl1pPr>
            <a:lvl2pPr algn="l">
              <a:defRPr sz="1350" b="1">
                <a:solidFill>
                  <a:srgbClr val="F2F6F5"/>
                </a:solidFill>
              </a:defRPr>
            </a:lvl2pPr>
            <a:lvl3pPr algn="l">
              <a:defRPr sz="1350" b="1">
                <a:solidFill>
                  <a:srgbClr val="F2F6F5"/>
                </a:solidFill>
              </a:defRPr>
            </a:lvl3pPr>
            <a:lvl4pPr algn="l">
              <a:defRPr sz="1350" b="1">
                <a:solidFill>
                  <a:srgbClr val="F2F6F5"/>
                </a:solidFill>
              </a:defRPr>
            </a:lvl4pPr>
            <a:lvl5pPr algn="l">
              <a:defRPr sz="1350" b="1">
                <a:solidFill>
                  <a:srgbClr val="F2F6F5"/>
                </a:solidFill>
              </a:defRPr>
            </a:lvl5pPr>
            <a:lvl6pPr algn="l">
              <a:defRPr sz="1350" b="1">
                <a:solidFill>
                  <a:srgbClr val="F2F6F5"/>
                </a:solidFill>
              </a:defRPr>
            </a:lvl6pPr>
            <a:lvl7pPr algn="l">
              <a:defRPr sz="1350" b="1">
                <a:solidFill>
                  <a:srgbClr val="F2F6F5"/>
                </a:solidFill>
              </a:defRPr>
            </a:lvl7pPr>
            <a:lvl8pPr algn="l">
              <a:defRPr sz="1350" b="1">
                <a:solidFill>
                  <a:srgbClr val="F2F6F5"/>
                </a:solidFill>
              </a:defRPr>
            </a:lvl8pPr>
            <a:lvl9pPr algn="l">
              <a:defRPr sz="135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6F5"/>
                </a:solidFill>
              </a:defRPr>
            </a:pPr>
            <a:r>
              <a:rPr sz="1350" b="1">
                <a:solidFill>
                  <a:srgbClr val="F2F6F5"/>
                </a:solidFill>
              </a:rPr>
              <a:t>Build in parallel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488FC-5698-4BE1-978A-B937013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909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AFC1C9"/>
                </a:solidFill>
              </a:defRPr>
            </a:defPPr>
            <a:lvl1pPr algn="l">
              <a:defRPr sz="1200" b="0">
                <a:solidFill>
                  <a:srgbClr val="AFC1C9"/>
                </a:solidFill>
              </a:defRPr>
            </a:lvl1pPr>
            <a:lvl2pPr algn="l">
              <a:defRPr sz="1200" b="0">
                <a:solidFill>
                  <a:srgbClr val="AFC1C9"/>
                </a:solidFill>
              </a:defRPr>
            </a:lvl2pPr>
            <a:lvl3pPr algn="l">
              <a:defRPr sz="1200" b="0">
                <a:solidFill>
                  <a:srgbClr val="AFC1C9"/>
                </a:solidFill>
              </a:defRPr>
            </a:lvl3pPr>
            <a:lvl4pPr algn="l">
              <a:defRPr sz="1200" b="0">
                <a:solidFill>
                  <a:srgbClr val="AFC1C9"/>
                </a:solidFill>
              </a:defRPr>
            </a:lvl4pPr>
            <a:lvl5pPr algn="l">
              <a:defRPr sz="1200" b="0">
                <a:solidFill>
                  <a:srgbClr val="AFC1C9"/>
                </a:solidFill>
              </a:defRPr>
            </a:lvl5pPr>
            <a:lvl6pPr algn="l">
              <a:defRPr sz="1200" b="0">
                <a:solidFill>
                  <a:srgbClr val="AFC1C9"/>
                </a:solidFill>
              </a:defRPr>
            </a:lvl6pPr>
            <a:lvl7pPr algn="l">
              <a:defRPr sz="1200" b="0">
                <a:solidFill>
                  <a:srgbClr val="AFC1C9"/>
                </a:solidFill>
              </a:defRPr>
            </a:lvl7pPr>
            <a:lvl8pPr algn="l">
              <a:defRPr sz="1200" b="0">
                <a:solidFill>
                  <a:srgbClr val="AFC1C9"/>
                </a:solidFill>
              </a:defRPr>
            </a:lvl8pPr>
            <a:lvl9pPr algn="l">
              <a:defRPr sz="12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FC1C9"/>
                </a:solidFill>
              </a:defRPr>
            </a:pPr>
            <a:r>
              <a:rPr sz="1200" b="0">
                <a:solidFill>
                  <a:srgbClr val="AFC1C9"/>
                </a:solidFill>
              </a:rPr>
              <a:t>Scanner, planner, verification, CLI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BE78E-7291-4170-BAD8-4A0EC61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AA93A-78BC-487F-AA40-AA561D3F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92131"/>
                </a:solidFill>
              </a:defRPr>
            </a:defPPr>
            <a:lvl1pPr algn="ctr">
              <a:defRPr sz="1275" b="1">
                <a:solidFill>
                  <a:srgbClr val="092131"/>
                </a:solidFill>
              </a:defRPr>
            </a:lvl1pPr>
            <a:lvl2pPr algn="ctr">
              <a:defRPr sz="1275" b="1">
                <a:solidFill>
                  <a:srgbClr val="092131"/>
                </a:solidFill>
              </a:defRPr>
            </a:lvl2pPr>
            <a:lvl3pPr algn="ctr">
              <a:defRPr sz="1275" b="1">
                <a:solidFill>
                  <a:srgbClr val="092131"/>
                </a:solidFill>
              </a:defRPr>
            </a:lvl3pPr>
            <a:lvl4pPr algn="ctr">
              <a:defRPr sz="1275" b="1">
                <a:solidFill>
                  <a:srgbClr val="092131"/>
                </a:solidFill>
              </a:defRPr>
            </a:lvl4pPr>
            <a:lvl5pPr algn="ctr">
              <a:defRPr sz="1275" b="1">
                <a:solidFill>
                  <a:srgbClr val="092131"/>
                </a:solidFill>
              </a:defRPr>
            </a:lvl5pPr>
            <a:lvl6pPr algn="ctr">
              <a:defRPr sz="1275" b="1">
                <a:solidFill>
                  <a:srgbClr val="092131"/>
                </a:solidFill>
              </a:defRPr>
            </a:lvl6pPr>
            <a:lvl7pPr algn="ctr">
              <a:defRPr sz="1275" b="1">
                <a:solidFill>
                  <a:srgbClr val="092131"/>
                </a:solidFill>
              </a:defRPr>
            </a:lvl7pPr>
            <a:lvl8pPr algn="ctr">
              <a:defRPr sz="1275" b="1">
                <a:solidFill>
                  <a:srgbClr val="092131"/>
                </a:solidFill>
              </a:defRPr>
            </a:lvl8pPr>
            <a:lvl9pPr algn="ctr">
              <a:defRPr sz="1275" b="1">
                <a:solidFill>
                  <a:srgbClr val="092131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2131"/>
                </a:solidFill>
              </a:defRPr>
            </a:pPr>
            <a:r>
              <a:rPr sz="1275" b="1">
                <a:solidFill>
                  <a:srgbClr val="092131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95CE1-CDE3-4460-8B77-4EC9A74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3D9BC"/>
                </a:solidFill>
              </a:defRPr>
            </a:defPPr>
            <a:lvl1pPr algn="l">
              <a:defRPr sz="1275" b="1">
                <a:solidFill>
                  <a:srgbClr val="43D9BC"/>
                </a:solidFill>
              </a:defRPr>
            </a:lvl1pPr>
            <a:lvl2pPr algn="l">
              <a:defRPr sz="1275" b="1">
                <a:solidFill>
                  <a:srgbClr val="43D9BC"/>
                </a:solidFill>
              </a:defRPr>
            </a:lvl2pPr>
            <a:lvl3pPr algn="l">
              <a:defRPr sz="1275" b="1">
                <a:solidFill>
                  <a:srgbClr val="43D9BC"/>
                </a:solidFill>
              </a:defRPr>
            </a:lvl3pPr>
            <a:lvl4pPr algn="l">
              <a:defRPr sz="1275" b="1">
                <a:solidFill>
                  <a:srgbClr val="43D9BC"/>
                </a:solidFill>
              </a:defRPr>
            </a:lvl4pPr>
            <a:lvl5pPr algn="l">
              <a:defRPr sz="1275" b="1">
                <a:solidFill>
                  <a:srgbClr val="43D9BC"/>
                </a:solidFill>
              </a:defRPr>
            </a:lvl5pPr>
            <a:lvl6pPr algn="l">
              <a:defRPr sz="1275" b="1">
                <a:solidFill>
                  <a:srgbClr val="43D9BC"/>
                </a:solidFill>
              </a:defRPr>
            </a:lvl6pPr>
            <a:lvl7pPr algn="l">
              <a:defRPr sz="1275" b="1">
                <a:solidFill>
                  <a:srgbClr val="43D9BC"/>
                </a:solidFill>
              </a:defRPr>
            </a:lvl7pPr>
            <a:lvl8pPr algn="l">
              <a:defRPr sz="1275" b="1">
                <a:solidFill>
                  <a:srgbClr val="43D9BC"/>
                </a:solidFill>
              </a:defRPr>
            </a:lvl8pPr>
            <a:lvl9pPr algn="l">
              <a:defRPr sz="12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3D9BC"/>
                </a:solidFill>
              </a:defRPr>
            </a:pPr>
            <a:r>
              <a:rPr sz="1275" b="1">
                <a:solidFill>
                  <a:srgbClr val="43D9BC"/>
                </a:solidFill>
              </a:rPr>
              <a:t>8–14 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57EA6-B548-4D3D-B1AB-FA6B6997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2F6F5"/>
                </a:solidFill>
              </a:defRPr>
            </a:defPPr>
            <a:lvl1pPr algn="l">
              <a:defRPr sz="1350" b="1">
                <a:solidFill>
                  <a:srgbClr val="F2F6F5"/>
                </a:solidFill>
              </a:defRPr>
            </a:lvl1pPr>
            <a:lvl2pPr algn="l">
              <a:defRPr sz="1350" b="1">
                <a:solidFill>
                  <a:srgbClr val="F2F6F5"/>
                </a:solidFill>
              </a:defRPr>
            </a:lvl2pPr>
            <a:lvl3pPr algn="l">
              <a:defRPr sz="1350" b="1">
                <a:solidFill>
                  <a:srgbClr val="F2F6F5"/>
                </a:solidFill>
              </a:defRPr>
            </a:lvl3pPr>
            <a:lvl4pPr algn="l">
              <a:defRPr sz="1350" b="1">
                <a:solidFill>
                  <a:srgbClr val="F2F6F5"/>
                </a:solidFill>
              </a:defRPr>
            </a:lvl4pPr>
            <a:lvl5pPr algn="l">
              <a:defRPr sz="1350" b="1">
                <a:solidFill>
                  <a:srgbClr val="F2F6F5"/>
                </a:solidFill>
              </a:defRPr>
            </a:lvl5pPr>
            <a:lvl6pPr algn="l">
              <a:defRPr sz="1350" b="1">
                <a:solidFill>
                  <a:srgbClr val="F2F6F5"/>
                </a:solidFill>
              </a:defRPr>
            </a:lvl6pPr>
            <a:lvl7pPr algn="l">
              <a:defRPr sz="1350" b="1">
                <a:solidFill>
                  <a:srgbClr val="F2F6F5"/>
                </a:solidFill>
              </a:defRPr>
            </a:lvl7pPr>
            <a:lvl8pPr algn="l">
              <a:defRPr sz="1350" b="1">
                <a:solidFill>
                  <a:srgbClr val="F2F6F5"/>
                </a:solidFill>
              </a:defRPr>
            </a:lvl8pPr>
            <a:lvl9pPr algn="l">
              <a:defRPr sz="135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6F5"/>
                </a:solidFill>
              </a:defRPr>
            </a:pPr>
            <a:r>
              <a:rPr sz="1350" b="1">
                <a:solidFill>
                  <a:srgbClr val="F2F6F5"/>
                </a:solidFill>
              </a:rPr>
              <a:t>Integrate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09DCB-67C8-407B-BFAA-74650339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909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AFC1C9"/>
                </a:solidFill>
              </a:defRPr>
            </a:defPPr>
            <a:lvl1pPr algn="l">
              <a:defRPr sz="1200" b="0">
                <a:solidFill>
                  <a:srgbClr val="AFC1C9"/>
                </a:solidFill>
              </a:defRPr>
            </a:lvl1pPr>
            <a:lvl2pPr algn="l">
              <a:defRPr sz="1200" b="0">
                <a:solidFill>
                  <a:srgbClr val="AFC1C9"/>
                </a:solidFill>
              </a:defRPr>
            </a:lvl2pPr>
            <a:lvl3pPr algn="l">
              <a:defRPr sz="1200" b="0">
                <a:solidFill>
                  <a:srgbClr val="AFC1C9"/>
                </a:solidFill>
              </a:defRPr>
            </a:lvl3pPr>
            <a:lvl4pPr algn="l">
              <a:defRPr sz="1200" b="0">
                <a:solidFill>
                  <a:srgbClr val="AFC1C9"/>
                </a:solidFill>
              </a:defRPr>
            </a:lvl4pPr>
            <a:lvl5pPr algn="l">
              <a:defRPr sz="1200" b="0">
                <a:solidFill>
                  <a:srgbClr val="AFC1C9"/>
                </a:solidFill>
              </a:defRPr>
            </a:lvl5pPr>
            <a:lvl6pPr algn="l">
              <a:defRPr sz="1200" b="0">
                <a:solidFill>
                  <a:srgbClr val="AFC1C9"/>
                </a:solidFill>
              </a:defRPr>
            </a:lvl6pPr>
            <a:lvl7pPr algn="l">
              <a:defRPr sz="1200" b="0">
                <a:solidFill>
                  <a:srgbClr val="AFC1C9"/>
                </a:solidFill>
              </a:defRPr>
            </a:lvl7pPr>
            <a:lvl8pPr algn="l">
              <a:defRPr sz="1200" b="0">
                <a:solidFill>
                  <a:srgbClr val="AFC1C9"/>
                </a:solidFill>
              </a:defRPr>
            </a:lvl8pPr>
            <a:lvl9pPr algn="l">
              <a:defRPr sz="12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FC1C9"/>
                </a:solidFill>
              </a:defRPr>
            </a:pPr>
            <a:r>
              <a:rPr sz="1200" b="0">
                <a:solidFill>
                  <a:srgbClr val="AFC1C9"/>
                </a:solidFill>
              </a:rPr>
              <a:t>Finding flows into a migration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F32AA-94BC-443A-8654-1E6DA4D7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8F1A1-F0E1-438E-AAB2-9C302C1F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92131"/>
                </a:solidFill>
              </a:defRPr>
            </a:defPPr>
            <a:lvl1pPr algn="ctr">
              <a:defRPr sz="1275" b="1">
                <a:solidFill>
                  <a:srgbClr val="092131"/>
                </a:solidFill>
              </a:defRPr>
            </a:lvl1pPr>
            <a:lvl2pPr algn="ctr">
              <a:defRPr sz="1275" b="1">
                <a:solidFill>
                  <a:srgbClr val="092131"/>
                </a:solidFill>
              </a:defRPr>
            </a:lvl2pPr>
            <a:lvl3pPr algn="ctr">
              <a:defRPr sz="1275" b="1">
                <a:solidFill>
                  <a:srgbClr val="092131"/>
                </a:solidFill>
              </a:defRPr>
            </a:lvl3pPr>
            <a:lvl4pPr algn="ctr">
              <a:defRPr sz="1275" b="1">
                <a:solidFill>
                  <a:srgbClr val="092131"/>
                </a:solidFill>
              </a:defRPr>
            </a:lvl4pPr>
            <a:lvl5pPr algn="ctr">
              <a:defRPr sz="1275" b="1">
                <a:solidFill>
                  <a:srgbClr val="092131"/>
                </a:solidFill>
              </a:defRPr>
            </a:lvl5pPr>
            <a:lvl6pPr algn="ctr">
              <a:defRPr sz="1275" b="1">
                <a:solidFill>
                  <a:srgbClr val="092131"/>
                </a:solidFill>
              </a:defRPr>
            </a:lvl6pPr>
            <a:lvl7pPr algn="ctr">
              <a:defRPr sz="1275" b="1">
                <a:solidFill>
                  <a:srgbClr val="092131"/>
                </a:solidFill>
              </a:defRPr>
            </a:lvl7pPr>
            <a:lvl8pPr algn="ctr">
              <a:defRPr sz="1275" b="1">
                <a:solidFill>
                  <a:srgbClr val="092131"/>
                </a:solidFill>
              </a:defRPr>
            </a:lvl8pPr>
            <a:lvl9pPr algn="ctr">
              <a:defRPr sz="1275" b="1">
                <a:solidFill>
                  <a:srgbClr val="092131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2131"/>
                </a:solidFill>
              </a:defRPr>
            </a:pPr>
            <a:r>
              <a:rPr sz="1275" b="1">
                <a:solidFill>
                  <a:srgbClr val="092131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E5DAA-07EE-4C78-9076-4B951F9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3D9BC"/>
                </a:solidFill>
              </a:defRPr>
            </a:defPPr>
            <a:lvl1pPr algn="l">
              <a:defRPr sz="1275" b="1">
                <a:solidFill>
                  <a:srgbClr val="43D9BC"/>
                </a:solidFill>
              </a:defRPr>
            </a:lvl1pPr>
            <a:lvl2pPr algn="l">
              <a:defRPr sz="1275" b="1">
                <a:solidFill>
                  <a:srgbClr val="43D9BC"/>
                </a:solidFill>
              </a:defRPr>
            </a:lvl2pPr>
            <a:lvl3pPr algn="l">
              <a:defRPr sz="1275" b="1">
                <a:solidFill>
                  <a:srgbClr val="43D9BC"/>
                </a:solidFill>
              </a:defRPr>
            </a:lvl3pPr>
            <a:lvl4pPr algn="l">
              <a:defRPr sz="1275" b="1">
                <a:solidFill>
                  <a:srgbClr val="43D9BC"/>
                </a:solidFill>
              </a:defRPr>
            </a:lvl4pPr>
            <a:lvl5pPr algn="l">
              <a:defRPr sz="1275" b="1">
                <a:solidFill>
                  <a:srgbClr val="43D9BC"/>
                </a:solidFill>
              </a:defRPr>
            </a:lvl5pPr>
            <a:lvl6pPr algn="l">
              <a:defRPr sz="1275" b="1">
                <a:solidFill>
                  <a:srgbClr val="43D9BC"/>
                </a:solidFill>
              </a:defRPr>
            </a:lvl6pPr>
            <a:lvl7pPr algn="l">
              <a:defRPr sz="1275" b="1">
                <a:solidFill>
                  <a:srgbClr val="43D9BC"/>
                </a:solidFill>
              </a:defRPr>
            </a:lvl7pPr>
            <a:lvl8pPr algn="l">
              <a:defRPr sz="1275" b="1">
                <a:solidFill>
                  <a:srgbClr val="43D9BC"/>
                </a:solidFill>
              </a:defRPr>
            </a:lvl8pPr>
            <a:lvl9pPr algn="l">
              <a:defRPr sz="12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3D9BC"/>
                </a:solidFill>
              </a:defRPr>
            </a:pPr>
            <a:r>
              <a:rPr sz="1275" b="1">
                <a:solidFill>
                  <a:srgbClr val="43D9BC"/>
                </a:solidFill>
              </a:rPr>
              <a:t>14–26 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F6CD1-CC23-4782-9375-C025FDD7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2F6F5"/>
                </a:solidFill>
              </a:defRPr>
            </a:defPPr>
            <a:lvl1pPr algn="l">
              <a:defRPr sz="1350" b="1">
                <a:solidFill>
                  <a:srgbClr val="F2F6F5"/>
                </a:solidFill>
              </a:defRPr>
            </a:lvl1pPr>
            <a:lvl2pPr algn="l">
              <a:defRPr sz="1350" b="1">
                <a:solidFill>
                  <a:srgbClr val="F2F6F5"/>
                </a:solidFill>
              </a:defRPr>
            </a:lvl2pPr>
            <a:lvl3pPr algn="l">
              <a:defRPr sz="1350" b="1">
                <a:solidFill>
                  <a:srgbClr val="F2F6F5"/>
                </a:solidFill>
              </a:defRPr>
            </a:lvl3pPr>
            <a:lvl4pPr algn="l">
              <a:defRPr sz="1350" b="1">
                <a:solidFill>
                  <a:srgbClr val="F2F6F5"/>
                </a:solidFill>
              </a:defRPr>
            </a:lvl4pPr>
            <a:lvl5pPr algn="l">
              <a:defRPr sz="1350" b="1">
                <a:solidFill>
                  <a:srgbClr val="F2F6F5"/>
                </a:solidFill>
              </a:defRPr>
            </a:lvl5pPr>
            <a:lvl6pPr algn="l">
              <a:defRPr sz="1350" b="1">
                <a:solidFill>
                  <a:srgbClr val="F2F6F5"/>
                </a:solidFill>
              </a:defRPr>
            </a:lvl6pPr>
            <a:lvl7pPr algn="l">
              <a:defRPr sz="1350" b="1">
                <a:solidFill>
                  <a:srgbClr val="F2F6F5"/>
                </a:solidFill>
              </a:defRPr>
            </a:lvl7pPr>
            <a:lvl8pPr algn="l">
              <a:defRPr sz="1350" b="1">
                <a:solidFill>
                  <a:srgbClr val="F2F6F5"/>
                </a:solidFill>
              </a:defRPr>
            </a:lvl8pPr>
            <a:lvl9pPr algn="l">
              <a:defRPr sz="135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6F5"/>
                </a:solidFill>
              </a:defRPr>
            </a:pPr>
            <a:r>
              <a:rPr sz="1350" b="1">
                <a:solidFill>
                  <a:srgbClr val="F2F6F5"/>
                </a:solidFill>
              </a:rPr>
              <a:t>Verify + 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DC83D-4F3E-40BE-BC4D-E2BF5604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AFC1C9"/>
                </a:solidFill>
              </a:defRPr>
            </a:defPPr>
            <a:lvl1pPr algn="l">
              <a:defRPr sz="1200" b="0">
                <a:solidFill>
                  <a:srgbClr val="AFC1C9"/>
                </a:solidFill>
              </a:defRPr>
            </a:lvl1pPr>
            <a:lvl2pPr algn="l">
              <a:defRPr sz="1200" b="0">
                <a:solidFill>
                  <a:srgbClr val="AFC1C9"/>
                </a:solidFill>
              </a:defRPr>
            </a:lvl2pPr>
            <a:lvl3pPr algn="l">
              <a:defRPr sz="1200" b="0">
                <a:solidFill>
                  <a:srgbClr val="AFC1C9"/>
                </a:solidFill>
              </a:defRPr>
            </a:lvl3pPr>
            <a:lvl4pPr algn="l">
              <a:defRPr sz="1200" b="0">
                <a:solidFill>
                  <a:srgbClr val="AFC1C9"/>
                </a:solidFill>
              </a:defRPr>
            </a:lvl4pPr>
            <a:lvl5pPr algn="l">
              <a:defRPr sz="1200" b="0">
                <a:solidFill>
                  <a:srgbClr val="AFC1C9"/>
                </a:solidFill>
              </a:defRPr>
            </a:lvl5pPr>
            <a:lvl6pPr algn="l">
              <a:defRPr sz="1200" b="0">
                <a:solidFill>
                  <a:srgbClr val="AFC1C9"/>
                </a:solidFill>
              </a:defRPr>
            </a:lvl6pPr>
            <a:lvl7pPr algn="l">
              <a:defRPr sz="1200" b="0">
                <a:solidFill>
                  <a:srgbClr val="AFC1C9"/>
                </a:solidFill>
              </a:defRPr>
            </a:lvl7pPr>
            <a:lvl8pPr algn="l">
              <a:defRPr sz="1200" b="0">
                <a:solidFill>
                  <a:srgbClr val="AFC1C9"/>
                </a:solidFill>
              </a:defRPr>
            </a:lvl8pPr>
            <a:lvl9pPr algn="l">
              <a:defRPr sz="12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FC1C9"/>
                </a:solidFill>
              </a:defRPr>
            </a:pPr>
            <a:r>
              <a:rPr sz="1200" b="0">
                <a:solidFill>
                  <a:srgbClr val="AFC1C9"/>
                </a:solidFill>
              </a:rPr>
              <a:t>Gates, dataset metrics, evidence 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1DA42-3D8E-44DC-833E-EE7CC097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7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D35AA-EF94-4521-9A50-7ED8E298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92131"/>
                </a:solidFill>
              </a:defRPr>
            </a:defPPr>
            <a:lvl1pPr algn="ctr">
              <a:defRPr sz="1275" b="1">
                <a:solidFill>
                  <a:srgbClr val="092131"/>
                </a:solidFill>
              </a:defRPr>
            </a:lvl1pPr>
            <a:lvl2pPr algn="ctr">
              <a:defRPr sz="1275" b="1">
                <a:solidFill>
                  <a:srgbClr val="092131"/>
                </a:solidFill>
              </a:defRPr>
            </a:lvl2pPr>
            <a:lvl3pPr algn="ctr">
              <a:defRPr sz="1275" b="1">
                <a:solidFill>
                  <a:srgbClr val="092131"/>
                </a:solidFill>
              </a:defRPr>
            </a:lvl3pPr>
            <a:lvl4pPr algn="ctr">
              <a:defRPr sz="1275" b="1">
                <a:solidFill>
                  <a:srgbClr val="092131"/>
                </a:solidFill>
              </a:defRPr>
            </a:lvl4pPr>
            <a:lvl5pPr algn="ctr">
              <a:defRPr sz="1275" b="1">
                <a:solidFill>
                  <a:srgbClr val="092131"/>
                </a:solidFill>
              </a:defRPr>
            </a:lvl5pPr>
            <a:lvl6pPr algn="ctr">
              <a:defRPr sz="1275" b="1">
                <a:solidFill>
                  <a:srgbClr val="092131"/>
                </a:solidFill>
              </a:defRPr>
            </a:lvl6pPr>
            <a:lvl7pPr algn="ctr">
              <a:defRPr sz="1275" b="1">
                <a:solidFill>
                  <a:srgbClr val="092131"/>
                </a:solidFill>
              </a:defRPr>
            </a:lvl7pPr>
            <a:lvl8pPr algn="ctr">
              <a:defRPr sz="1275" b="1">
                <a:solidFill>
                  <a:srgbClr val="092131"/>
                </a:solidFill>
              </a:defRPr>
            </a:lvl8pPr>
            <a:lvl9pPr algn="ctr">
              <a:defRPr sz="1275" b="1">
                <a:solidFill>
                  <a:srgbClr val="092131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2131"/>
                </a:solidFill>
              </a:defRPr>
            </a:pPr>
            <a:r>
              <a:rPr sz="1275" b="1">
                <a:solidFill>
                  <a:srgbClr val="092131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C8D20-3E54-4E1C-B168-4F474878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43D9BC"/>
                </a:solidFill>
              </a:defRPr>
            </a:defPPr>
            <a:lvl1pPr algn="l">
              <a:defRPr sz="1275" b="1">
                <a:solidFill>
                  <a:srgbClr val="43D9BC"/>
                </a:solidFill>
              </a:defRPr>
            </a:lvl1pPr>
            <a:lvl2pPr algn="l">
              <a:defRPr sz="1275" b="1">
                <a:solidFill>
                  <a:srgbClr val="43D9BC"/>
                </a:solidFill>
              </a:defRPr>
            </a:lvl2pPr>
            <a:lvl3pPr algn="l">
              <a:defRPr sz="1275" b="1">
                <a:solidFill>
                  <a:srgbClr val="43D9BC"/>
                </a:solidFill>
              </a:defRPr>
            </a:lvl3pPr>
            <a:lvl4pPr algn="l">
              <a:defRPr sz="1275" b="1">
                <a:solidFill>
                  <a:srgbClr val="43D9BC"/>
                </a:solidFill>
              </a:defRPr>
            </a:lvl4pPr>
            <a:lvl5pPr algn="l">
              <a:defRPr sz="1275" b="1">
                <a:solidFill>
                  <a:srgbClr val="43D9BC"/>
                </a:solidFill>
              </a:defRPr>
            </a:lvl5pPr>
            <a:lvl6pPr algn="l">
              <a:defRPr sz="1275" b="1">
                <a:solidFill>
                  <a:srgbClr val="43D9BC"/>
                </a:solidFill>
              </a:defRPr>
            </a:lvl6pPr>
            <a:lvl7pPr algn="l">
              <a:defRPr sz="1275" b="1">
                <a:solidFill>
                  <a:srgbClr val="43D9BC"/>
                </a:solidFill>
              </a:defRPr>
            </a:lvl7pPr>
            <a:lvl8pPr algn="l">
              <a:defRPr sz="1275" b="1">
                <a:solidFill>
                  <a:srgbClr val="43D9BC"/>
                </a:solidFill>
              </a:defRPr>
            </a:lvl8pPr>
            <a:lvl9pPr algn="l">
              <a:defRPr sz="1275" b="1">
                <a:solidFill>
                  <a:srgbClr val="43D9BC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3D9BC"/>
                </a:solidFill>
              </a:defRPr>
            </a:pPr>
            <a:r>
              <a:rPr sz="1275" b="1">
                <a:solidFill>
                  <a:srgbClr val="43D9BC"/>
                </a:solidFill>
              </a:rPr>
              <a:t>26–36 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95670-0364-4AD8-A460-D4C6238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2F6F5"/>
                </a:solidFill>
              </a:defRPr>
            </a:defPPr>
            <a:lvl1pPr algn="l">
              <a:defRPr sz="1350" b="1">
                <a:solidFill>
                  <a:srgbClr val="F2F6F5"/>
                </a:solidFill>
              </a:defRPr>
            </a:lvl1pPr>
            <a:lvl2pPr algn="l">
              <a:defRPr sz="1350" b="1">
                <a:solidFill>
                  <a:srgbClr val="F2F6F5"/>
                </a:solidFill>
              </a:defRPr>
            </a:lvl2pPr>
            <a:lvl3pPr algn="l">
              <a:defRPr sz="1350" b="1">
                <a:solidFill>
                  <a:srgbClr val="F2F6F5"/>
                </a:solidFill>
              </a:defRPr>
            </a:lvl3pPr>
            <a:lvl4pPr algn="l">
              <a:defRPr sz="1350" b="1">
                <a:solidFill>
                  <a:srgbClr val="F2F6F5"/>
                </a:solidFill>
              </a:defRPr>
            </a:lvl4pPr>
            <a:lvl5pPr algn="l">
              <a:defRPr sz="1350" b="1">
                <a:solidFill>
                  <a:srgbClr val="F2F6F5"/>
                </a:solidFill>
              </a:defRPr>
            </a:lvl5pPr>
            <a:lvl6pPr algn="l">
              <a:defRPr sz="1350" b="1">
                <a:solidFill>
                  <a:srgbClr val="F2F6F5"/>
                </a:solidFill>
              </a:defRPr>
            </a:lvl6pPr>
            <a:lvl7pPr algn="l">
              <a:defRPr sz="1350" b="1">
                <a:solidFill>
                  <a:srgbClr val="F2F6F5"/>
                </a:solidFill>
              </a:defRPr>
            </a:lvl7pPr>
            <a:lvl8pPr algn="l">
              <a:defRPr sz="1350" b="1">
                <a:solidFill>
                  <a:srgbClr val="F2F6F5"/>
                </a:solidFill>
              </a:defRPr>
            </a:lvl8pPr>
            <a:lvl9pPr algn="l">
              <a:defRPr sz="1350" b="1">
                <a:solidFill>
                  <a:srgbClr val="F2F6F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2F6F5"/>
                </a:solidFill>
              </a:defRPr>
            </a:pPr>
            <a:r>
              <a:rPr sz="1350" b="1">
                <a:solidFill>
                  <a:srgbClr val="F2F6F5"/>
                </a:solidFill>
              </a:rPr>
              <a:t>Freeze + rehearse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6D04F1-D094-4B53-9657-7B8275C9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AFC1C9"/>
                </a:solidFill>
              </a:defRPr>
            </a:defPPr>
            <a:lvl1pPr algn="l">
              <a:defRPr sz="1200" b="0">
                <a:solidFill>
                  <a:srgbClr val="AFC1C9"/>
                </a:solidFill>
              </a:defRPr>
            </a:lvl1pPr>
            <a:lvl2pPr algn="l">
              <a:defRPr sz="1200" b="0">
                <a:solidFill>
                  <a:srgbClr val="AFC1C9"/>
                </a:solidFill>
              </a:defRPr>
            </a:lvl2pPr>
            <a:lvl3pPr algn="l">
              <a:defRPr sz="1200" b="0">
                <a:solidFill>
                  <a:srgbClr val="AFC1C9"/>
                </a:solidFill>
              </a:defRPr>
            </a:lvl3pPr>
            <a:lvl4pPr algn="l">
              <a:defRPr sz="1200" b="0">
                <a:solidFill>
                  <a:srgbClr val="AFC1C9"/>
                </a:solidFill>
              </a:defRPr>
            </a:lvl4pPr>
            <a:lvl5pPr algn="l">
              <a:defRPr sz="1200" b="0">
                <a:solidFill>
                  <a:srgbClr val="AFC1C9"/>
                </a:solidFill>
              </a:defRPr>
            </a:lvl5pPr>
            <a:lvl6pPr algn="l">
              <a:defRPr sz="1200" b="0">
                <a:solidFill>
                  <a:srgbClr val="AFC1C9"/>
                </a:solidFill>
              </a:defRPr>
            </a:lvl6pPr>
            <a:lvl7pPr algn="l">
              <a:defRPr sz="1200" b="0">
                <a:solidFill>
                  <a:srgbClr val="AFC1C9"/>
                </a:solidFill>
              </a:defRPr>
            </a:lvl7pPr>
            <a:lvl8pPr algn="l">
              <a:defRPr sz="1200" b="0">
                <a:solidFill>
                  <a:srgbClr val="AFC1C9"/>
                </a:solidFill>
              </a:defRPr>
            </a:lvl8pPr>
            <a:lvl9pPr algn="l">
              <a:defRPr sz="1200" b="0">
                <a:solidFill>
                  <a:srgbClr val="AFC1C9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FC1C9"/>
                </a:solidFill>
              </a:defRPr>
            </a:pPr>
            <a:r>
              <a:rPr sz="1200" b="0">
                <a:solidFill>
                  <a:srgbClr val="AFC1C9"/>
                </a:solidFill>
              </a:rPr>
              <a:t>Fix gaps, rehearse demo, prepare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044F3-F2CF-413B-92FF-D26B5D6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0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BC6D7-403E-43FF-8EE7-6A7E494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C76B"/>
                </a:solidFill>
              </a:defRPr>
            </a:defPPr>
            <a:lvl1pPr algn="l">
              <a:defRPr sz="1650" b="1">
                <a:solidFill>
                  <a:srgbClr val="FFC76B"/>
                </a:solidFill>
              </a:defRPr>
            </a:lvl1pPr>
            <a:lvl2pPr algn="l">
              <a:defRPr sz="1650" b="1">
                <a:solidFill>
                  <a:srgbClr val="FFC76B"/>
                </a:solidFill>
              </a:defRPr>
            </a:lvl2pPr>
            <a:lvl3pPr algn="l">
              <a:defRPr sz="1650" b="1">
                <a:solidFill>
                  <a:srgbClr val="FFC76B"/>
                </a:solidFill>
              </a:defRPr>
            </a:lvl3pPr>
            <a:lvl4pPr algn="l">
              <a:defRPr sz="1650" b="1">
                <a:solidFill>
                  <a:srgbClr val="FFC76B"/>
                </a:solidFill>
              </a:defRPr>
            </a:lvl4pPr>
            <a:lvl5pPr algn="l">
              <a:defRPr sz="1650" b="1">
                <a:solidFill>
                  <a:srgbClr val="FFC76B"/>
                </a:solidFill>
              </a:defRPr>
            </a:lvl5pPr>
            <a:lvl6pPr algn="l">
              <a:defRPr sz="1650" b="1">
                <a:solidFill>
                  <a:srgbClr val="FFC76B"/>
                </a:solidFill>
              </a:defRPr>
            </a:lvl6pPr>
            <a:lvl7pPr algn="l">
              <a:defRPr sz="1650" b="1">
                <a:solidFill>
                  <a:srgbClr val="FFC76B"/>
                </a:solidFill>
              </a:defRPr>
            </a:lvl7pPr>
            <a:lvl8pPr algn="l">
              <a:defRPr sz="1650" b="1">
                <a:solidFill>
                  <a:srgbClr val="FFC76B"/>
                </a:solidFill>
              </a:defRPr>
            </a:lvl8pPr>
            <a:lvl9pPr algn="l">
              <a:defRPr sz="1650" b="1">
                <a:solidFill>
                  <a:srgbClr val="FFC76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C76B"/>
                </a:solidFill>
              </a:defRPr>
            </a:pPr>
            <a:r>
              <a:rPr sz="1650" b="1">
                <a:solidFill>
                  <a:srgbClr val="FFC76B"/>
                </a:solidFill>
              </a:rPr>
              <a:t>Mentor feedback we need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A4F720-1096-492A-A8CA-EDF1C004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8"/>
                </a:solidFill>
              </a:defRPr>
            </a:defPPr>
            <a:lvl1pPr algn="l">
              <a:defRPr sz="1425" b="0">
                <a:solidFill>
                  <a:srgbClr val="D8E6E8"/>
                </a:solidFill>
              </a:defRPr>
            </a:lvl1pPr>
            <a:lvl2pPr algn="l">
              <a:defRPr sz="1425" b="0">
                <a:solidFill>
                  <a:srgbClr val="D8E6E8"/>
                </a:solidFill>
              </a:defRPr>
            </a:lvl2pPr>
            <a:lvl3pPr algn="l">
              <a:defRPr sz="1425" b="0">
                <a:solidFill>
                  <a:srgbClr val="D8E6E8"/>
                </a:solidFill>
              </a:defRPr>
            </a:lvl3pPr>
            <a:lvl4pPr algn="l">
              <a:defRPr sz="1425" b="0">
                <a:solidFill>
                  <a:srgbClr val="D8E6E8"/>
                </a:solidFill>
              </a:defRPr>
            </a:lvl4pPr>
            <a:lvl5pPr algn="l">
              <a:defRPr sz="1425" b="0">
                <a:solidFill>
                  <a:srgbClr val="D8E6E8"/>
                </a:solidFill>
              </a:defRPr>
            </a:lvl5pPr>
            <a:lvl6pPr algn="l">
              <a:defRPr sz="1425" b="0">
                <a:solidFill>
                  <a:srgbClr val="D8E6E8"/>
                </a:solidFill>
              </a:defRPr>
            </a:lvl6pPr>
            <a:lvl7pPr algn="l">
              <a:defRPr sz="1425" b="0">
                <a:solidFill>
                  <a:srgbClr val="D8E6E8"/>
                </a:solidFill>
              </a:defRPr>
            </a:lvl7pPr>
            <a:lvl8pPr algn="l">
              <a:defRPr sz="1425" b="0">
                <a:solidFill>
                  <a:srgbClr val="D8E6E8"/>
                </a:solidFill>
              </a:defRPr>
            </a:lvl8pPr>
            <a:lvl9pPr algn="l">
              <a:defRPr sz="1425" b="0">
                <a:solidFill>
                  <a:srgbClr val="D8E6E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8"/>
                </a:solidFill>
              </a:defRPr>
            </a:pPr>
            <a:r>
              <a:rPr sz="1425" b="0">
                <a:solidFill>
                  <a:srgbClr val="D8E6E8"/>
                </a:solidFill>
              </a:rPr>
              <a:t>Is the dataset scope credible? Is the migration schedule a meaningful optimization? Are our verification claims appropriately bounded?</a:t>
            </a:r>
          </a:p>
        </p:txBody>
      </p:sp>
    </p:spTree>
    <p:extLst>
      <p:ext uri="{BB962C8B-B14F-4D97-AF65-F5344CB8AC3E}">
        <p14:creationId xmlns:p14="http://schemas.microsoft.com/office/powerpoint/2010/main" val="1070831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2026-10-28T12:17:33.8170000Z</dcterms:created>
  <dcterms:modified xsi:type="dcterms:W3CDTF">2026-10-28T12:17:33.8170000Z</dcterms:modified>
</coreProperties>
</file>